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type="screen16x9" cy="6858000" cx="12192000"/>
  <p:notesSz cx="7559675" cy="10691813"/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tableStyles" Target="tableStyle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16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17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18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19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2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42" name="Straight Connector 6"/>
          <p:cNvCxnSpPr>
            <a:cxnSpLocks/>
          </p:cNvCxnSpPr>
          <p:nvPr/>
        </p:nvCxnSpPr>
        <p:spPr>
          <a:xfrm flipV="1">
            <a:off x="761760" y="826200"/>
            <a:ext cx="1440" cy="915840"/>
          </a:xfrm>
          <a:prstGeom prst="straightConnector1"/>
          <a:ln w="19050">
            <a:solidFill>
              <a:srgbClr val="1CADE4"/>
            </a:solidFill>
            <a:round/>
          </a:ln>
        </p:spPr>
      </p:cxnSp>
      <p:sp>
        <p:nvSpPr>
          <p:cNvPr id="1048659" name="PlaceHolder 1"/>
          <p:cNvSpPr>
            <a:spLocks noGrp="1"/>
          </p:cNvSpPr>
          <p:nvPr>
            <p:ph type="title"/>
          </p:nvPr>
        </p:nvSpPr>
        <p:spPr>
          <a:xfrm>
            <a:off x="8724960" y="762120"/>
            <a:ext cx="2627640" cy="5408640"/>
          </a:xfrm>
          <a:prstGeom prst="rect"/>
          <a:noFill/>
          <a:ln w="0">
            <a:noFill/>
          </a:ln>
        </p:spPr>
        <p:txBody>
          <a:bodyPr anchor="ctr" bIns="91440" lIns="45720" rIns="45720" tIns="91440" vert="eaVert">
            <a:noAutofit/>
          </a:bodyPr>
          <a:p>
            <a:pPr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5000" lang="en-US" spc="99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Click to edit Master title style</a:t>
            </a:r>
            <a:endParaRPr b="0" sz="5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60" name="PlaceHolder 2"/>
          <p:cNvSpPr>
            <a:spLocks noGrp="1"/>
          </p:cNvSpPr>
          <p:nvPr>
            <p:ph type="body"/>
          </p:nvPr>
        </p:nvSpPr>
        <p:spPr>
          <a:xfrm>
            <a:off x="990720" y="762120"/>
            <a:ext cx="7580520" cy="5408640"/>
          </a:xfrm>
          <a:prstGeom prst="rect"/>
          <a:noFill/>
          <a:ln w="0">
            <a:noFill/>
          </a:ln>
        </p:spPr>
        <p:txBody>
          <a:bodyPr anchor="t" bIns="45720" lIns="45720" rIns="45720" tIns="45720" vert="eaVert">
            <a:noAutofit/>
          </a:bodyPr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sz="2200" lang="en-US" strike="noStrike" u="none">
                <a:solidFill>
                  <a:schemeClr val="dk1"/>
                </a:solidFill>
                <a:effectLst/>
                <a:latin typeface="Tw Cen MT"/>
              </a:rPr>
              <a:t>Click to edit Master text styles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1" marL="2653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Second level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2" marL="4482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400" lang="en-US" strike="noStrike" u="none">
                <a:solidFill>
                  <a:schemeClr val="dk1"/>
                </a:solidFill>
                <a:effectLst/>
                <a:latin typeface="Tw Cen MT"/>
              </a:rPr>
              <a:t>Third level</a:t>
            </a:r>
            <a:endParaRPr b="0" sz="14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3" marL="59436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400" lang="en-US" strike="noStrike" u="none">
                <a:solidFill>
                  <a:schemeClr val="dk1"/>
                </a:solidFill>
                <a:effectLst/>
                <a:latin typeface="Tw Cen MT"/>
              </a:rPr>
              <a:t>Fourth level</a:t>
            </a:r>
            <a:endParaRPr b="0" sz="14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4" marL="77724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400" lang="en-US" strike="noStrike" u="none">
                <a:solidFill>
                  <a:schemeClr val="dk1"/>
                </a:solidFill>
                <a:effectLst/>
                <a:latin typeface="Tw Cen MT"/>
              </a:rPr>
              <a:t>Fifth level</a:t>
            </a:r>
            <a:endParaRPr b="0" sz="14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61" name="PlaceHolder 3"/>
          <p:cNvSpPr>
            <a:spLocks noGrp="1"/>
          </p:cNvSpPr>
          <p:nvPr>
            <p:ph type="dt" idx="1"/>
          </p:nvPr>
        </p:nvSpPr>
        <p:spPr>
          <a:xfrm>
            <a:off x="1024200" y="6470640"/>
            <a:ext cx="215280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457200" indent="0">
              <a:lnSpc>
                <a:spcPct val="100000"/>
              </a:lnSpc>
              <a:buNone/>
              <a:tabLst>
                <a:tab algn="l" pos="0"/>
              </a:tabLst>
              <a:def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defRPr>
            </a:lvl1pPr>
          </a:lstStyle>
          <a:p>
            <a:pPr defTabSz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 </a:t>
            </a:r>
            <a:endParaRPr b="0" sz="10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sp>
        <p:nvSpPr>
          <p:cNvPr id="1048662" name="PlaceHolder 4"/>
          <p:cNvSpPr>
            <a:spLocks noGrp="1"/>
          </p:cNvSpPr>
          <p:nvPr>
            <p:ph type="ftr" idx="2"/>
          </p:nvPr>
        </p:nvSpPr>
        <p:spPr>
          <a:xfrm>
            <a:off x="4843080" y="6470640"/>
            <a:ext cx="590004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algn="ctr" indent="0">
              <a:lnSpc>
                <a:spcPct val="100000"/>
              </a:lnSpc>
              <a:buNone/>
              <a:tabLst>
                <a:tab algn="l" pos="0"/>
              </a:tabLst>
              <a:defRPr b="0" sz="1400" lang="en-IN" strike="noStrike" u="none">
                <a:solidFill>
                  <a:srgbClr val="000000"/>
                </a:solidFill>
                <a:effectLst/>
                <a:latin typeface="Times New Roman"/>
              </a:defRPr>
            </a:lvl1pPr>
          </a:lstStyle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1400" lang="en-IN" strike="noStrike" u="none">
                <a:solidFill>
                  <a:srgbClr val="000000"/>
                </a:solidFill>
                <a:effectLst/>
                <a:latin typeface="Times New Roman"/>
              </a:rPr>
              <a:t> </a:t>
            </a:r>
            <a:endParaRPr b="0" sz="14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sp>
        <p:nvSpPr>
          <p:cNvPr id="1048663" name="PlaceHolder 5"/>
          <p:cNvSpPr>
            <a:spLocks noGrp="1"/>
          </p:cNvSpPr>
          <p:nvPr>
            <p:ph type="sldNum" idx="3"/>
          </p:nvPr>
        </p:nvSpPr>
        <p:spPr>
          <a:xfrm>
            <a:off x="10837440" y="6470640"/>
            <a:ext cx="97236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457200" indent="0">
              <a:lnSpc>
                <a:spcPct val="100000"/>
              </a:lnSpc>
              <a:buNone/>
              <a:tabLst>
                <a:tab algn="l" pos="0"/>
              </a:tabLst>
              <a:def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defRPr>
            </a:lvl1pPr>
          </a:lstStyle>
          <a:p>
            <a:pPr defTabSz="457200" indent="0">
              <a:lnSpc>
                <a:spcPct val="100000"/>
              </a:lnSpc>
              <a:buNone/>
              <a:tabLst>
                <a:tab algn="l" pos="0"/>
              </a:tabLst>
            </a:pPr>
            <a:fld id="{98725322-4113-481A-9BC5-9D564E14CAC5}" type="slidenum">
              <a: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8</a:t>
            </a:fld>
            <a:endParaRPr b="0" sz="10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cxnSp>
        <p:nvCxnSpPr>
          <p:cNvPr id="3145743" name="Straight Connector 6"/>
          <p:cNvCxnSpPr>
            <a:cxnSpLocks/>
          </p:cNvCxnSpPr>
          <p:nvPr/>
        </p:nvCxnSpPr>
        <p:spPr>
          <a:xfrm>
            <a:off x="9601200" y="516240"/>
            <a:ext cx="915840" cy="1440"/>
          </a:xfrm>
          <a:prstGeom prst="straightConnector1"/>
          <a:ln w="19050">
            <a:solidFill>
              <a:srgbClr val="1CADE4"/>
            </a:solidFill>
            <a:round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28" name="Straight Connector 6"/>
          <p:cNvCxnSpPr>
            <a:cxnSpLocks/>
          </p:cNvCxnSpPr>
          <p:nvPr/>
        </p:nvCxnSpPr>
        <p:spPr>
          <a:xfrm flipV="1">
            <a:off x="761760" y="826200"/>
            <a:ext cx="1440" cy="915840"/>
          </a:xfrm>
          <a:prstGeom prst="straightConnector1"/>
          <a:ln w="19050">
            <a:solidFill>
              <a:srgbClr val="1CADE4"/>
            </a:solidFill>
            <a:round/>
          </a:ln>
        </p:spPr>
      </p:cxnSp>
      <p:sp>
        <p:nvSpPr>
          <p:cNvPr id="1048576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p>
            <a:pPr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5000" lang="en-US" spc="99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Click to edit Master title style</a:t>
            </a:r>
            <a:endParaRPr b="0" sz="5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577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9718560" cy="4021920"/>
          </a:xfrm>
          <a:prstGeom prst="rect"/>
          <a:noFill/>
          <a:ln w="0">
            <a:noFill/>
          </a:ln>
        </p:spPr>
        <p:txBody>
          <a:bodyPr anchor="t" bIns="45720" lIns="45720" rIns="45720" tIns="45720">
            <a:noAutofit/>
          </a:bodyPr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sz="2200" lang="en-US" strike="noStrike" u="none">
                <a:solidFill>
                  <a:schemeClr val="dk1"/>
                </a:solidFill>
                <a:effectLst/>
                <a:latin typeface="Tw Cen MT"/>
              </a:rPr>
              <a:t>Click to edit Master text styles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1" marL="2653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Second level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2" marL="4482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400" lang="en-US" strike="noStrike" u="none">
                <a:solidFill>
                  <a:schemeClr val="dk1"/>
                </a:solidFill>
                <a:effectLst/>
                <a:latin typeface="Tw Cen MT"/>
              </a:rPr>
              <a:t>Third level</a:t>
            </a:r>
            <a:endParaRPr b="0" sz="14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3" marL="59436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400" lang="en-US" strike="noStrike" u="none">
                <a:solidFill>
                  <a:schemeClr val="dk1"/>
                </a:solidFill>
                <a:effectLst/>
                <a:latin typeface="Tw Cen MT"/>
              </a:rPr>
              <a:t>Fourth level</a:t>
            </a:r>
            <a:endParaRPr b="0" sz="14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4" marL="77724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400" lang="en-US" strike="noStrike" u="none">
                <a:solidFill>
                  <a:schemeClr val="dk1"/>
                </a:solidFill>
                <a:effectLst/>
                <a:latin typeface="Tw Cen MT"/>
              </a:rPr>
              <a:t>Fifth level</a:t>
            </a:r>
            <a:endParaRPr b="0" sz="14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578" name="PlaceHolder 3"/>
          <p:cNvSpPr>
            <a:spLocks noGrp="1"/>
          </p:cNvSpPr>
          <p:nvPr>
            <p:ph type="dt" idx="4"/>
          </p:nvPr>
        </p:nvSpPr>
        <p:spPr>
          <a:xfrm>
            <a:off x="1024200" y="6470640"/>
            <a:ext cx="215280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457200" indent="0">
              <a:lnSpc>
                <a:spcPct val="100000"/>
              </a:lnSpc>
              <a:buNone/>
              <a:tabLst>
                <a:tab algn="l" pos="0"/>
              </a:tabLst>
              <a:def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defRPr>
            </a:lvl1pPr>
          </a:lstStyle>
          <a:p>
            <a:pPr defTabSz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 </a:t>
            </a:r>
            <a:endParaRPr b="0" sz="10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sp>
        <p:nvSpPr>
          <p:cNvPr id="1048579" name="PlaceHolder 4"/>
          <p:cNvSpPr>
            <a:spLocks noGrp="1"/>
          </p:cNvSpPr>
          <p:nvPr>
            <p:ph type="ftr" idx="5"/>
          </p:nvPr>
        </p:nvSpPr>
        <p:spPr>
          <a:xfrm>
            <a:off x="4843080" y="6470640"/>
            <a:ext cx="590004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algn="ctr" indent="0">
              <a:lnSpc>
                <a:spcPct val="100000"/>
              </a:lnSpc>
              <a:buNone/>
              <a:tabLst>
                <a:tab algn="l" pos="0"/>
              </a:tabLst>
              <a:defRPr b="0" sz="1400" lang="en-IN" strike="noStrike" u="none">
                <a:solidFill>
                  <a:srgbClr val="000000"/>
                </a:solidFill>
                <a:effectLst/>
                <a:latin typeface="Times New Roman"/>
              </a:defRPr>
            </a:lvl1pPr>
          </a:lstStyle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1400" lang="en-IN" strike="noStrike" u="none">
                <a:solidFill>
                  <a:srgbClr val="000000"/>
                </a:solidFill>
                <a:effectLst/>
                <a:latin typeface="Times New Roman"/>
              </a:rPr>
              <a:t> </a:t>
            </a:r>
            <a:endParaRPr b="0" sz="14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sp>
        <p:nvSpPr>
          <p:cNvPr id="1048580" name="PlaceHolder 5"/>
          <p:cNvSpPr>
            <a:spLocks noGrp="1"/>
          </p:cNvSpPr>
          <p:nvPr>
            <p:ph type="sldNum" idx="6"/>
          </p:nvPr>
        </p:nvSpPr>
        <p:spPr>
          <a:xfrm>
            <a:off x="10837440" y="6470640"/>
            <a:ext cx="97236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457200" indent="0">
              <a:lnSpc>
                <a:spcPct val="100000"/>
              </a:lnSpc>
              <a:buNone/>
              <a:tabLst>
                <a:tab algn="l" pos="0"/>
              </a:tabLst>
              <a:def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defRPr>
            </a:lvl1pPr>
          </a:lstStyle>
          <a:p>
            <a:pPr defTabSz="457200" indent="0">
              <a:lnSpc>
                <a:spcPct val="100000"/>
              </a:lnSpc>
              <a:buNone/>
              <a:tabLst>
                <a:tab algn="l" pos="0"/>
              </a:tabLst>
            </a:pPr>
            <a:fld id="{7CB0F99F-7078-4114-B4CA-BD678CB94051}" type="slidenum">
              <a: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8</a:t>
            </a:fld>
            <a:endParaRPr b="0" sz="10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Section Header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50" name="Straight Connector 6"/>
          <p:cNvCxnSpPr>
            <a:cxnSpLocks/>
          </p:cNvCxnSpPr>
          <p:nvPr/>
        </p:nvCxnSpPr>
        <p:spPr>
          <a:xfrm flipV="1">
            <a:off x="761760" y="826200"/>
            <a:ext cx="1440" cy="915840"/>
          </a:xfrm>
          <a:prstGeom prst="straightConnector1"/>
          <a:ln w="19050">
            <a:solidFill>
              <a:srgbClr val="1CADE4"/>
            </a:solidFill>
            <a:round/>
          </a:ln>
        </p:spPr>
      </p:cxnSp>
      <p:sp>
        <p:nvSpPr>
          <p:cNvPr id="1048685" name="Rectangle 8"/>
          <p:cNvSpPr/>
          <p:nvPr/>
        </p:nvSpPr>
        <p:spPr>
          <a:xfrm>
            <a:off x="0" y="0"/>
            <a:ext cx="12190680" cy="4570560"/>
          </a:xfrm>
          <a:prstGeom prst="rect"/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pPr>
              <a:lnSpc>
                <a:spcPct val="100000"/>
              </a:lnSpc>
            </a:pPr>
            <a:endParaRPr b="0" sz="1800" lang="en-IN" strike="noStrike" u="none">
              <a:solidFill>
                <a:srgbClr val="FFFFFF"/>
              </a:solidFill>
              <a:effectLst/>
              <a:latin typeface="Arial"/>
            </a:endParaRPr>
          </a:p>
        </p:txBody>
      </p:sp>
      <p:sp>
        <p:nvSpPr>
          <p:cNvPr id="1048686" name="Oval 5"/>
          <p:cNvSpPr/>
          <p:nvPr/>
        </p:nvSpPr>
        <p:spPr>
          <a:xfrm>
            <a:off x="0" y="0"/>
            <a:ext cx="12190680" cy="4570560"/>
          </a:xfrm>
          <a:custGeom>
            <a:avLst/>
            <a:gdLst>
              <a:gd name="textAreaLeft" fmla="*/ 0 w 12190680"/>
              <a:gd name="textAreaRight" fmla="*/ 12192120 w 12190680"/>
              <a:gd name="textAreaTop" fmla="*/ 0 h 4570560"/>
              <a:gd name="textAreaBottom" fmla="*/ 4572000 h 4570560"/>
            </a:gdLst>
            <a:ahLst/>
            <a:rect l="textAreaLeft" t="textAreaTop" r="textAreaRight" b="textAreaBottom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pPr>
              <a:lnSpc>
                <a:spcPct val="100000"/>
              </a:lnSpc>
            </a:pP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87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0960" cy="146160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rmAutofit/>
          </a:bodyPr>
          <a:p>
            <a:pPr algn="r"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5000" lang="en-US" spc="201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Click to edit Master title style</a:t>
            </a:r>
            <a:endParaRPr b="0" sz="5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88" name="PlaceHolder 2"/>
          <p:cNvSpPr>
            <a:spLocks noGrp="1"/>
          </p:cNvSpPr>
          <p:nvPr>
            <p:ph type="body"/>
          </p:nvPr>
        </p:nvSpPr>
        <p:spPr>
          <a:xfrm>
            <a:off x="8610480" y="4960080"/>
            <a:ext cx="3198960" cy="146160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rmAutofit/>
          </a:bodyPr>
          <a:p>
            <a:pPr defTabSz="914400" indent="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sz="18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"/>
              </a:rPr>
              <a:t>Click to edit Master text styles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89" name="PlaceHolder 3"/>
          <p:cNvSpPr>
            <a:spLocks noGrp="1"/>
          </p:cNvSpPr>
          <p:nvPr>
            <p:ph type="dt" idx="7"/>
          </p:nvPr>
        </p:nvSpPr>
        <p:spPr>
          <a:xfrm>
            <a:off x="1024200" y="6470640"/>
            <a:ext cx="215280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457200" indent="0">
              <a:lnSpc>
                <a:spcPct val="100000"/>
              </a:lnSpc>
              <a:buNone/>
              <a:tabLst>
                <a:tab algn="l" pos="0"/>
              </a:tabLst>
              <a:def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defRPr>
            </a:lvl1pPr>
          </a:lstStyle>
          <a:p>
            <a:pPr defTabSz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&lt;date/time&gt;</a:t>
            </a:r>
            <a:endParaRPr b="0" sz="10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sp>
        <p:nvSpPr>
          <p:cNvPr id="1048690" name="PlaceHolder 4"/>
          <p:cNvSpPr>
            <a:spLocks noGrp="1"/>
          </p:cNvSpPr>
          <p:nvPr>
            <p:ph type="ftr" idx="8"/>
          </p:nvPr>
        </p:nvSpPr>
        <p:spPr>
          <a:xfrm>
            <a:off x="4843080" y="6470640"/>
            <a:ext cx="590004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algn="ctr" indent="0">
              <a:lnSpc>
                <a:spcPct val="100000"/>
              </a:lnSpc>
              <a:buNone/>
              <a:tabLst>
                <a:tab algn="l" pos="0"/>
              </a:tabLst>
              <a:defRPr b="0" sz="1400" lang="en-IN" strike="noStrike" u="none">
                <a:solidFill>
                  <a:srgbClr val="000000"/>
                </a:solidFill>
                <a:effectLst/>
                <a:latin typeface="Times New Roman"/>
              </a:defRPr>
            </a:lvl1pPr>
          </a:lstStyle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1400" lang="en-IN" strike="noStrike" u="none">
                <a:solidFill>
                  <a:srgbClr val="000000"/>
                </a:solidFill>
                <a:effectLst/>
                <a:latin typeface="Times New Roman"/>
              </a:rPr>
              <a:t>&lt;footer&gt;</a:t>
            </a:r>
            <a:endParaRPr b="0" sz="14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sp>
        <p:nvSpPr>
          <p:cNvPr id="1048691" name="PlaceHolder 5"/>
          <p:cNvSpPr>
            <a:spLocks noGrp="1"/>
          </p:cNvSpPr>
          <p:nvPr>
            <p:ph type="sldNum" idx="9"/>
          </p:nvPr>
        </p:nvSpPr>
        <p:spPr>
          <a:xfrm>
            <a:off x="10837440" y="6470640"/>
            <a:ext cx="97236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457200" indent="0">
              <a:lnSpc>
                <a:spcPct val="100000"/>
              </a:lnSpc>
              <a:buNone/>
              <a:tabLst>
                <a:tab algn="l" pos="0"/>
              </a:tabLst>
              <a:def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defRPr>
            </a:lvl1pPr>
          </a:lstStyle>
          <a:p>
            <a:pPr defTabSz="457200" indent="0">
              <a:lnSpc>
                <a:spcPct val="100000"/>
              </a:lnSpc>
              <a:buNone/>
              <a:tabLst>
                <a:tab algn="l" pos="0"/>
              </a:tabLst>
            </a:pPr>
            <a:fld id="{562FD833-FB1D-4ABA-979B-4CB3E35F80A5}" type="slidenum">
              <a: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&lt;number&gt;</a:t>
            </a:fld>
            <a:endParaRPr b="0" sz="10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cxnSp>
        <p:nvCxnSpPr>
          <p:cNvPr id="3145751" name="Straight Connector 7"/>
          <p:cNvCxnSpPr>
            <a:cxnSpLocks/>
          </p:cNvCxnSpPr>
          <p:nvPr/>
        </p:nvCxnSpPr>
        <p:spPr>
          <a:xfrm flipV="1">
            <a:off x="8386560" y="5263920"/>
            <a:ext cx="1440" cy="915840"/>
          </a:xfrm>
          <a:prstGeom prst="straightConnector1"/>
          <a:ln w="19050">
            <a:solidFill>
              <a:srgbClr val="1482AC"/>
            </a:solidFill>
            <a:round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52" name="Straight Connector 6"/>
          <p:cNvCxnSpPr>
            <a:cxnSpLocks/>
          </p:cNvCxnSpPr>
          <p:nvPr/>
        </p:nvCxnSpPr>
        <p:spPr>
          <a:xfrm flipV="1">
            <a:off x="761760" y="826200"/>
            <a:ext cx="1440" cy="915840"/>
          </a:xfrm>
          <a:prstGeom prst="straightConnector1"/>
          <a:ln w="19050">
            <a:solidFill>
              <a:srgbClr val="1CADE4"/>
            </a:solidFill>
            <a:round/>
          </a:ln>
        </p:spPr>
      </p:cxnSp>
      <p:sp>
        <p:nvSpPr>
          <p:cNvPr id="1048692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p>
            <a:pPr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5000" lang="en-US" spc="99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Click to edit Master title style</a:t>
            </a:r>
            <a:endParaRPr b="0" sz="5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93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4753440" cy="4021920"/>
          </a:xfrm>
          <a:prstGeom prst="rect"/>
          <a:noFill/>
          <a:ln w="0">
            <a:noFill/>
          </a:ln>
        </p:spPr>
        <p:txBody>
          <a:bodyPr anchor="t" bIns="45720" lIns="45720" rIns="45720" tIns="45720">
            <a:noAutofit/>
          </a:bodyPr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sz="2200" lang="en-US" strike="noStrike" u="none">
                <a:solidFill>
                  <a:schemeClr val="dk1"/>
                </a:solidFill>
                <a:effectLst/>
                <a:latin typeface="Tw Cen MT"/>
              </a:rPr>
              <a:t>Click to edit Master text styles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1" marL="2653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Second level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2" marL="4482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400" lang="en-US" strike="noStrike" u="none">
                <a:solidFill>
                  <a:schemeClr val="dk1"/>
                </a:solidFill>
                <a:effectLst/>
                <a:latin typeface="Tw Cen MT"/>
              </a:rPr>
              <a:t>Third level</a:t>
            </a:r>
            <a:endParaRPr b="0" sz="14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3" marL="59436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400" lang="en-US" strike="noStrike" u="none">
                <a:solidFill>
                  <a:schemeClr val="dk1"/>
                </a:solidFill>
                <a:effectLst/>
                <a:latin typeface="Tw Cen MT"/>
              </a:rPr>
              <a:t>Fourth level</a:t>
            </a:r>
            <a:endParaRPr b="0" sz="14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4" marL="77724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400" lang="en-US" strike="noStrike" u="none">
                <a:solidFill>
                  <a:schemeClr val="dk1"/>
                </a:solidFill>
                <a:effectLst/>
                <a:latin typeface="Tw Cen MT"/>
              </a:rPr>
              <a:t>Fifth level</a:t>
            </a:r>
            <a:endParaRPr b="0" sz="14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94" name="PlaceHolder 3"/>
          <p:cNvSpPr>
            <a:spLocks noGrp="1"/>
          </p:cNvSpPr>
          <p:nvPr>
            <p:ph type="body"/>
          </p:nvPr>
        </p:nvSpPr>
        <p:spPr>
          <a:xfrm>
            <a:off x="5989320" y="2286000"/>
            <a:ext cx="4753440" cy="4021920"/>
          </a:xfrm>
          <a:prstGeom prst="rect"/>
          <a:noFill/>
          <a:ln w="0">
            <a:noFill/>
          </a:ln>
        </p:spPr>
        <p:txBody>
          <a:bodyPr anchor="t" bIns="45720" lIns="45720" rIns="45720" tIns="45720">
            <a:noAutofit/>
          </a:bodyPr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sz="2200" lang="en-US" strike="noStrike" u="none">
                <a:solidFill>
                  <a:schemeClr val="dk1"/>
                </a:solidFill>
                <a:effectLst/>
                <a:latin typeface="Tw Cen MT"/>
              </a:rPr>
              <a:t>Click to edit Master text styles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1" marL="2653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Second level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2" marL="4482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400" lang="en-US" strike="noStrike" u="none">
                <a:solidFill>
                  <a:schemeClr val="dk1"/>
                </a:solidFill>
                <a:effectLst/>
                <a:latin typeface="Tw Cen MT"/>
              </a:rPr>
              <a:t>Third level</a:t>
            </a:r>
            <a:endParaRPr b="0" sz="14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3" marL="59436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400" lang="en-US" strike="noStrike" u="none">
                <a:solidFill>
                  <a:schemeClr val="dk1"/>
                </a:solidFill>
                <a:effectLst/>
                <a:latin typeface="Tw Cen MT"/>
              </a:rPr>
              <a:t>Fourth level</a:t>
            </a:r>
            <a:endParaRPr b="0" sz="14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4" marL="77724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400" lang="en-US" strike="noStrike" u="none">
                <a:solidFill>
                  <a:schemeClr val="dk1"/>
                </a:solidFill>
                <a:effectLst/>
                <a:latin typeface="Tw Cen MT"/>
              </a:rPr>
              <a:t>Fifth level</a:t>
            </a:r>
            <a:endParaRPr b="0" sz="14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95" name="PlaceHolder 4"/>
          <p:cNvSpPr>
            <a:spLocks noGrp="1"/>
          </p:cNvSpPr>
          <p:nvPr>
            <p:ph type="dt" idx="10"/>
          </p:nvPr>
        </p:nvSpPr>
        <p:spPr>
          <a:xfrm>
            <a:off x="1024200" y="6470640"/>
            <a:ext cx="215280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457200" indent="0">
              <a:lnSpc>
                <a:spcPct val="100000"/>
              </a:lnSpc>
              <a:buNone/>
              <a:tabLst>
                <a:tab algn="l" pos="0"/>
              </a:tabLst>
              <a:def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defRPr>
            </a:lvl1pPr>
          </a:lstStyle>
          <a:p>
            <a:pPr defTabSz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&lt;date/time&gt;</a:t>
            </a:r>
            <a:endParaRPr b="0" sz="10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sp>
        <p:nvSpPr>
          <p:cNvPr id="1048696" name="PlaceHolder 5"/>
          <p:cNvSpPr>
            <a:spLocks noGrp="1"/>
          </p:cNvSpPr>
          <p:nvPr>
            <p:ph type="ftr" idx="11"/>
          </p:nvPr>
        </p:nvSpPr>
        <p:spPr>
          <a:xfrm>
            <a:off x="4843080" y="6470640"/>
            <a:ext cx="590004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algn="ctr" indent="0">
              <a:lnSpc>
                <a:spcPct val="100000"/>
              </a:lnSpc>
              <a:buNone/>
              <a:tabLst>
                <a:tab algn="l" pos="0"/>
              </a:tabLst>
              <a:defRPr b="0" sz="1400" lang="en-IN" strike="noStrike" u="none">
                <a:solidFill>
                  <a:srgbClr val="000000"/>
                </a:solidFill>
                <a:effectLst/>
                <a:latin typeface="Times New Roman"/>
              </a:defRPr>
            </a:lvl1pPr>
          </a:lstStyle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1400" lang="en-IN" strike="noStrike" u="none">
                <a:solidFill>
                  <a:srgbClr val="000000"/>
                </a:solidFill>
                <a:effectLst/>
                <a:latin typeface="Times New Roman"/>
              </a:rPr>
              <a:t>&lt;footer&gt;</a:t>
            </a:r>
            <a:endParaRPr b="0" sz="14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sp>
        <p:nvSpPr>
          <p:cNvPr id="1048697" name="PlaceHolder 6"/>
          <p:cNvSpPr>
            <a:spLocks noGrp="1"/>
          </p:cNvSpPr>
          <p:nvPr>
            <p:ph type="sldNum" idx="12"/>
          </p:nvPr>
        </p:nvSpPr>
        <p:spPr>
          <a:xfrm>
            <a:off x="10837440" y="6470640"/>
            <a:ext cx="97236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457200" indent="0">
              <a:lnSpc>
                <a:spcPct val="100000"/>
              </a:lnSpc>
              <a:buNone/>
              <a:tabLst>
                <a:tab algn="l" pos="0"/>
              </a:tabLst>
              <a:def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defRPr>
            </a:lvl1pPr>
          </a:lstStyle>
          <a:p>
            <a:pPr defTabSz="457200" indent="0">
              <a:lnSpc>
                <a:spcPct val="100000"/>
              </a:lnSpc>
              <a:buNone/>
              <a:tabLst>
                <a:tab algn="l" pos="0"/>
              </a:tabLst>
            </a:pPr>
            <a:fld id="{3315541F-C79F-4A76-A678-F1D55E1EEC2C}" type="slidenum">
              <a: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&lt;number&gt;</a:t>
            </a:fld>
            <a:endParaRPr b="0" sz="10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omparison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53" name="Straight Connector 6"/>
          <p:cNvCxnSpPr>
            <a:cxnSpLocks/>
          </p:cNvCxnSpPr>
          <p:nvPr/>
        </p:nvCxnSpPr>
        <p:spPr>
          <a:xfrm flipV="1">
            <a:off x="761760" y="826200"/>
            <a:ext cx="1440" cy="915840"/>
          </a:xfrm>
          <a:prstGeom prst="straightConnector1"/>
          <a:ln w="19050">
            <a:solidFill>
              <a:srgbClr val="1CADE4"/>
            </a:solidFill>
            <a:round/>
          </a:ln>
        </p:spPr>
      </p:cxnSp>
      <p:sp>
        <p:nvSpPr>
          <p:cNvPr id="1048698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p>
            <a:pPr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5000" lang="en-US" spc="99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Click to edit Master title style</a:t>
            </a:r>
            <a:endParaRPr b="0" sz="5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99" name="PlaceHolder 2"/>
          <p:cNvSpPr>
            <a:spLocks noGrp="1"/>
          </p:cNvSpPr>
          <p:nvPr>
            <p:ph type="body"/>
          </p:nvPr>
        </p:nvSpPr>
        <p:spPr>
          <a:xfrm>
            <a:off x="1024200" y="2179800"/>
            <a:ext cx="4753440" cy="821520"/>
          </a:xfrm>
          <a:prstGeom prst="rect"/>
          <a:noFill/>
          <a:ln w="0">
            <a:noFill/>
          </a:ln>
        </p:spPr>
        <p:txBody>
          <a:bodyPr anchor="ctr" bIns="45720" lIns="137160" rIns="137160" tIns="45720">
            <a:normAutofit/>
          </a:bodyPr>
          <a:p>
            <a:pPr defTabSz="91440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sz="2300" lang="en-US" strike="noStrike" u="none">
                <a:solidFill>
                  <a:schemeClr val="accent1"/>
                </a:solidFill>
                <a:effectLst/>
                <a:latin typeface="Tw Cen MT"/>
              </a:rPr>
              <a:t>Click to edit Master text styles</a:t>
            </a:r>
            <a:endParaRPr b="0" sz="23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700" name="PlaceHolder 3"/>
          <p:cNvSpPr>
            <a:spLocks noGrp="1"/>
          </p:cNvSpPr>
          <p:nvPr>
            <p:ph type="body"/>
          </p:nvPr>
        </p:nvSpPr>
        <p:spPr>
          <a:xfrm>
            <a:off x="1024200" y="2967840"/>
            <a:ext cx="4753440" cy="3340080"/>
          </a:xfrm>
          <a:prstGeom prst="rect"/>
          <a:noFill/>
          <a:ln w="0">
            <a:noFill/>
          </a:ln>
        </p:spPr>
        <p:txBody>
          <a:bodyPr anchor="t" bIns="45720" lIns="45720" rIns="45720" tIns="45720">
            <a:noAutofit/>
          </a:bodyPr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sz="2200" lang="en-US" strike="noStrike" u="none">
                <a:solidFill>
                  <a:schemeClr val="dk1"/>
                </a:solidFill>
                <a:effectLst/>
                <a:latin typeface="Tw Cen MT"/>
              </a:rPr>
              <a:t>Click to edit Master text styles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1" marL="2653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Second level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2" marL="4482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400" lang="en-US" strike="noStrike" u="none">
                <a:solidFill>
                  <a:schemeClr val="dk1"/>
                </a:solidFill>
                <a:effectLst/>
                <a:latin typeface="Tw Cen MT"/>
              </a:rPr>
              <a:t>Third level</a:t>
            </a:r>
            <a:endParaRPr b="0" sz="14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3" marL="59436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400" lang="en-US" strike="noStrike" u="none">
                <a:solidFill>
                  <a:schemeClr val="dk1"/>
                </a:solidFill>
                <a:effectLst/>
                <a:latin typeface="Tw Cen MT"/>
              </a:rPr>
              <a:t>Fourth level</a:t>
            </a:r>
            <a:endParaRPr b="0" sz="14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4" marL="77724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400" lang="en-US" strike="noStrike" u="none">
                <a:solidFill>
                  <a:schemeClr val="dk1"/>
                </a:solidFill>
                <a:effectLst/>
                <a:latin typeface="Tw Cen MT"/>
              </a:rPr>
              <a:t>Fifth level</a:t>
            </a:r>
            <a:endParaRPr b="0" sz="14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701" name="PlaceHolder 4"/>
          <p:cNvSpPr>
            <a:spLocks noGrp="1"/>
          </p:cNvSpPr>
          <p:nvPr>
            <p:ph type="body"/>
          </p:nvPr>
        </p:nvSpPr>
        <p:spPr>
          <a:xfrm>
            <a:off x="5990760" y="2179800"/>
            <a:ext cx="4753440" cy="821520"/>
          </a:xfrm>
          <a:prstGeom prst="rect"/>
          <a:noFill/>
          <a:ln w="0">
            <a:noFill/>
          </a:ln>
        </p:spPr>
        <p:txBody>
          <a:bodyPr anchor="ctr" bIns="45720" lIns="137160" rIns="137160" tIns="45720">
            <a:normAutofit/>
          </a:bodyPr>
          <a:p>
            <a:pPr defTabSz="914400" indent="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b="0" sz="2300" lang="en-US" strike="noStrike" u="none">
                <a:solidFill>
                  <a:schemeClr val="accent1"/>
                </a:solidFill>
                <a:effectLst/>
                <a:latin typeface="Tw Cen MT"/>
              </a:rPr>
              <a:t>Click to edit Master text styles</a:t>
            </a:r>
            <a:endParaRPr b="0" sz="23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702" name="PlaceHolder 5"/>
          <p:cNvSpPr>
            <a:spLocks noGrp="1"/>
          </p:cNvSpPr>
          <p:nvPr>
            <p:ph type="body"/>
          </p:nvPr>
        </p:nvSpPr>
        <p:spPr>
          <a:xfrm>
            <a:off x="5990760" y="2967840"/>
            <a:ext cx="4753440" cy="3340080"/>
          </a:xfrm>
          <a:prstGeom prst="rect"/>
          <a:noFill/>
          <a:ln w="0">
            <a:noFill/>
          </a:ln>
        </p:spPr>
        <p:txBody>
          <a:bodyPr anchor="t" bIns="45720" lIns="45720" rIns="45720" tIns="45720">
            <a:noAutofit/>
          </a:bodyPr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sz="2200" lang="en-US" strike="noStrike" u="none">
                <a:solidFill>
                  <a:schemeClr val="dk1"/>
                </a:solidFill>
                <a:effectLst/>
                <a:latin typeface="Tw Cen MT"/>
              </a:rPr>
              <a:t>Click to edit Master text styles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1" marL="2653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Second level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2" marL="4482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400" lang="en-US" strike="noStrike" u="none">
                <a:solidFill>
                  <a:schemeClr val="dk1"/>
                </a:solidFill>
                <a:effectLst/>
                <a:latin typeface="Tw Cen MT"/>
              </a:rPr>
              <a:t>Third level</a:t>
            </a:r>
            <a:endParaRPr b="0" sz="14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3" marL="59436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400" lang="en-US" strike="noStrike" u="none">
                <a:solidFill>
                  <a:schemeClr val="dk1"/>
                </a:solidFill>
                <a:effectLst/>
                <a:latin typeface="Tw Cen MT"/>
              </a:rPr>
              <a:t>Fourth level</a:t>
            </a:r>
            <a:endParaRPr b="0" sz="14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4" marL="77724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400" lang="en-US" strike="noStrike" u="none">
                <a:solidFill>
                  <a:schemeClr val="dk1"/>
                </a:solidFill>
                <a:effectLst/>
                <a:latin typeface="Tw Cen MT"/>
              </a:rPr>
              <a:t>Fifth level</a:t>
            </a:r>
            <a:endParaRPr b="0" sz="14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703" name="PlaceHolder 6"/>
          <p:cNvSpPr>
            <a:spLocks noGrp="1"/>
          </p:cNvSpPr>
          <p:nvPr>
            <p:ph type="dt" idx="13"/>
          </p:nvPr>
        </p:nvSpPr>
        <p:spPr>
          <a:xfrm>
            <a:off x="1024200" y="6470640"/>
            <a:ext cx="215280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457200" indent="0">
              <a:lnSpc>
                <a:spcPct val="100000"/>
              </a:lnSpc>
              <a:buNone/>
              <a:tabLst>
                <a:tab algn="l" pos="0"/>
              </a:tabLst>
              <a:def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defRPr>
            </a:lvl1pPr>
          </a:lstStyle>
          <a:p>
            <a:pPr defTabSz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&lt;date/time&gt;</a:t>
            </a:r>
            <a:endParaRPr b="0" sz="10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sp>
        <p:nvSpPr>
          <p:cNvPr id="1048704" name="PlaceHolder 7"/>
          <p:cNvSpPr>
            <a:spLocks noGrp="1"/>
          </p:cNvSpPr>
          <p:nvPr>
            <p:ph type="ftr" idx="14"/>
          </p:nvPr>
        </p:nvSpPr>
        <p:spPr>
          <a:xfrm>
            <a:off x="4843080" y="6470640"/>
            <a:ext cx="590004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algn="ctr" indent="0">
              <a:lnSpc>
                <a:spcPct val="100000"/>
              </a:lnSpc>
              <a:buNone/>
              <a:tabLst>
                <a:tab algn="l" pos="0"/>
              </a:tabLst>
              <a:defRPr b="0" sz="1400" lang="en-IN" strike="noStrike" u="none">
                <a:solidFill>
                  <a:srgbClr val="000000"/>
                </a:solidFill>
                <a:effectLst/>
                <a:latin typeface="Times New Roman"/>
              </a:defRPr>
            </a:lvl1pPr>
          </a:lstStyle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1400" lang="en-IN" strike="noStrike" u="none">
                <a:solidFill>
                  <a:srgbClr val="000000"/>
                </a:solidFill>
                <a:effectLst/>
                <a:latin typeface="Times New Roman"/>
              </a:rPr>
              <a:t>&lt;footer&gt;</a:t>
            </a:r>
            <a:endParaRPr b="0" sz="14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sp>
        <p:nvSpPr>
          <p:cNvPr id="1048705" name="PlaceHolder 8"/>
          <p:cNvSpPr>
            <a:spLocks noGrp="1"/>
          </p:cNvSpPr>
          <p:nvPr>
            <p:ph type="sldNum" idx="15"/>
          </p:nvPr>
        </p:nvSpPr>
        <p:spPr>
          <a:xfrm>
            <a:off x="10837440" y="6470640"/>
            <a:ext cx="97236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457200" indent="0">
              <a:lnSpc>
                <a:spcPct val="100000"/>
              </a:lnSpc>
              <a:buNone/>
              <a:tabLst>
                <a:tab algn="l" pos="0"/>
              </a:tabLst>
              <a:def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defRPr>
            </a:lvl1pPr>
          </a:lstStyle>
          <a:p>
            <a:pPr defTabSz="457200" indent="0">
              <a:lnSpc>
                <a:spcPct val="100000"/>
              </a:lnSpc>
              <a:buNone/>
              <a:tabLst>
                <a:tab algn="l" pos="0"/>
              </a:tabLst>
            </a:pPr>
            <a:fld id="{10B27B47-F215-49E4-9F09-5E023F711991}" type="slidenum">
              <a: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&lt;number&gt;</a:t>
            </a:fld>
            <a:endParaRPr b="0" sz="10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44" name="Straight Connector 6"/>
          <p:cNvCxnSpPr>
            <a:cxnSpLocks/>
          </p:cNvCxnSpPr>
          <p:nvPr/>
        </p:nvCxnSpPr>
        <p:spPr>
          <a:xfrm flipV="1">
            <a:off x="761760" y="826200"/>
            <a:ext cx="1440" cy="915840"/>
          </a:xfrm>
          <a:prstGeom prst="straightConnector1"/>
          <a:ln w="19050">
            <a:solidFill>
              <a:srgbClr val="1CADE4"/>
            </a:solidFill>
            <a:round/>
          </a:ln>
        </p:spPr>
      </p:cxnSp>
      <p:sp>
        <p:nvSpPr>
          <p:cNvPr id="1048664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p>
            <a:pPr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5000" lang="en-US" spc="99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Click to edit Master title style</a:t>
            </a:r>
            <a:endParaRPr b="0" sz="5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65" name="PlaceHolder 2"/>
          <p:cNvSpPr>
            <a:spLocks noGrp="1"/>
          </p:cNvSpPr>
          <p:nvPr>
            <p:ph type="dt" idx="16"/>
          </p:nvPr>
        </p:nvSpPr>
        <p:spPr>
          <a:xfrm>
            <a:off x="1024200" y="6470640"/>
            <a:ext cx="215280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457200" indent="0">
              <a:lnSpc>
                <a:spcPct val="100000"/>
              </a:lnSpc>
              <a:buNone/>
              <a:tabLst>
                <a:tab algn="l" pos="0"/>
              </a:tabLst>
              <a:def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defRPr>
            </a:lvl1pPr>
          </a:lstStyle>
          <a:p>
            <a:pPr defTabSz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&lt;date/time&gt;</a:t>
            </a:r>
            <a:endParaRPr b="0" sz="10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sp>
        <p:nvSpPr>
          <p:cNvPr id="1048666" name="PlaceHolder 3"/>
          <p:cNvSpPr>
            <a:spLocks noGrp="1"/>
          </p:cNvSpPr>
          <p:nvPr>
            <p:ph type="ftr" idx="17"/>
          </p:nvPr>
        </p:nvSpPr>
        <p:spPr>
          <a:xfrm>
            <a:off x="4843080" y="6470640"/>
            <a:ext cx="590004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algn="ctr" indent="0">
              <a:lnSpc>
                <a:spcPct val="100000"/>
              </a:lnSpc>
              <a:buNone/>
              <a:tabLst>
                <a:tab algn="l" pos="0"/>
              </a:tabLst>
              <a:defRPr b="0" sz="1400" lang="en-IN" strike="noStrike" u="none">
                <a:solidFill>
                  <a:srgbClr val="000000"/>
                </a:solidFill>
                <a:effectLst/>
                <a:latin typeface="Times New Roman"/>
              </a:defRPr>
            </a:lvl1pPr>
          </a:lstStyle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1400" lang="en-IN" strike="noStrike" u="none">
                <a:solidFill>
                  <a:srgbClr val="000000"/>
                </a:solidFill>
                <a:effectLst/>
                <a:latin typeface="Times New Roman"/>
              </a:rPr>
              <a:t>&lt;footer&gt;</a:t>
            </a:r>
            <a:endParaRPr b="0" sz="14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sp>
        <p:nvSpPr>
          <p:cNvPr id="1048667" name="PlaceHolder 4"/>
          <p:cNvSpPr>
            <a:spLocks noGrp="1"/>
          </p:cNvSpPr>
          <p:nvPr>
            <p:ph type="sldNum" idx="18"/>
          </p:nvPr>
        </p:nvSpPr>
        <p:spPr>
          <a:xfrm>
            <a:off x="10837440" y="6470640"/>
            <a:ext cx="97236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457200" indent="0">
              <a:lnSpc>
                <a:spcPct val="100000"/>
              </a:lnSpc>
              <a:buNone/>
              <a:tabLst>
                <a:tab algn="l" pos="0"/>
              </a:tabLst>
              <a:def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defRPr>
            </a:lvl1pPr>
          </a:lstStyle>
          <a:p>
            <a:pPr defTabSz="457200" indent="0">
              <a:lnSpc>
                <a:spcPct val="100000"/>
              </a:lnSpc>
              <a:buNone/>
              <a:tabLst>
                <a:tab algn="l" pos="0"/>
              </a:tabLst>
            </a:pPr>
            <a:fld id="{EB8B2EA0-AE58-4013-9384-79E6E524FB6E}" type="slidenum">
              <a: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&lt;number&gt;</a:t>
            </a:fld>
            <a:endParaRPr b="0" sz="10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54" name="Straight Connector 6"/>
          <p:cNvCxnSpPr>
            <a:cxnSpLocks/>
          </p:cNvCxnSpPr>
          <p:nvPr/>
        </p:nvCxnSpPr>
        <p:spPr>
          <a:xfrm flipV="1">
            <a:off x="761760" y="826200"/>
            <a:ext cx="1440" cy="915840"/>
          </a:xfrm>
          <a:prstGeom prst="straightConnector1"/>
          <a:ln w="19050">
            <a:solidFill>
              <a:srgbClr val="1CADE4"/>
            </a:solidFill>
            <a:round/>
          </a:ln>
        </p:spPr>
      </p:cxnSp>
      <p:sp>
        <p:nvSpPr>
          <p:cNvPr id="1048706" name="PlaceHolder 1"/>
          <p:cNvSpPr>
            <a:spLocks noGrp="1"/>
          </p:cNvSpPr>
          <p:nvPr>
            <p:ph type="dt" idx="19"/>
          </p:nvPr>
        </p:nvSpPr>
        <p:spPr>
          <a:xfrm>
            <a:off x="1024200" y="6470640"/>
            <a:ext cx="215280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457200" indent="0">
              <a:lnSpc>
                <a:spcPct val="100000"/>
              </a:lnSpc>
              <a:buNone/>
              <a:tabLst>
                <a:tab algn="l" pos="0"/>
              </a:tabLst>
              <a:def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defRPr>
            </a:lvl1pPr>
          </a:lstStyle>
          <a:p>
            <a:pPr defTabSz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&lt;date/time&gt;</a:t>
            </a:r>
            <a:endParaRPr b="0" sz="10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sp>
        <p:nvSpPr>
          <p:cNvPr id="1048707" name="PlaceHolder 2"/>
          <p:cNvSpPr>
            <a:spLocks noGrp="1"/>
          </p:cNvSpPr>
          <p:nvPr>
            <p:ph type="ftr" idx="20"/>
          </p:nvPr>
        </p:nvSpPr>
        <p:spPr>
          <a:xfrm>
            <a:off x="4843080" y="6470640"/>
            <a:ext cx="590004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algn="ctr" indent="0">
              <a:lnSpc>
                <a:spcPct val="100000"/>
              </a:lnSpc>
              <a:buNone/>
              <a:tabLst>
                <a:tab algn="l" pos="0"/>
              </a:tabLst>
              <a:defRPr b="0" sz="1400" lang="en-IN" strike="noStrike" u="none">
                <a:solidFill>
                  <a:srgbClr val="000000"/>
                </a:solidFill>
                <a:effectLst/>
                <a:latin typeface="Times New Roman"/>
              </a:defRPr>
            </a:lvl1pPr>
          </a:lstStyle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1400" lang="en-IN" strike="noStrike" u="none">
                <a:solidFill>
                  <a:srgbClr val="000000"/>
                </a:solidFill>
                <a:effectLst/>
                <a:latin typeface="Times New Roman"/>
              </a:rPr>
              <a:t>&lt;footer&gt;</a:t>
            </a:r>
            <a:endParaRPr b="0" sz="14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sp>
        <p:nvSpPr>
          <p:cNvPr id="1048708" name="PlaceHolder 3"/>
          <p:cNvSpPr>
            <a:spLocks noGrp="1"/>
          </p:cNvSpPr>
          <p:nvPr>
            <p:ph type="sldNum" idx="21"/>
          </p:nvPr>
        </p:nvSpPr>
        <p:spPr>
          <a:xfrm>
            <a:off x="10837440" y="6470640"/>
            <a:ext cx="97236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457200" indent="0">
              <a:lnSpc>
                <a:spcPct val="100000"/>
              </a:lnSpc>
              <a:buNone/>
              <a:tabLst>
                <a:tab algn="l" pos="0"/>
              </a:tabLst>
              <a:def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defRPr>
            </a:lvl1pPr>
          </a:lstStyle>
          <a:p>
            <a:pPr defTabSz="457200" indent="0">
              <a:lnSpc>
                <a:spcPct val="100000"/>
              </a:lnSpc>
              <a:buNone/>
              <a:tabLst>
                <a:tab algn="l" pos="0"/>
              </a:tabLst>
            </a:pPr>
            <a:fld id="{BF39208C-E3BB-480E-B9DB-23B724E1B94C}" type="slidenum">
              <a: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&lt;number&gt;</a:t>
            </a:fld>
            <a:endParaRPr b="0" sz="10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Content with Caption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55" name="Straight Connector 6"/>
          <p:cNvCxnSpPr>
            <a:cxnSpLocks/>
          </p:cNvCxnSpPr>
          <p:nvPr/>
        </p:nvCxnSpPr>
        <p:spPr>
          <a:xfrm flipV="1">
            <a:off x="761760" y="826200"/>
            <a:ext cx="1440" cy="915840"/>
          </a:xfrm>
          <a:prstGeom prst="straightConnector1"/>
          <a:ln w="19050">
            <a:solidFill>
              <a:srgbClr val="1CADE4"/>
            </a:solidFill>
            <a:round/>
          </a:ln>
        </p:spPr>
      </p:cxnSp>
      <p:sp>
        <p:nvSpPr>
          <p:cNvPr id="1048709" name="PlaceHolder 1"/>
          <p:cNvSpPr>
            <a:spLocks noGrp="1"/>
          </p:cNvSpPr>
          <p:nvPr>
            <p:ph type="title"/>
          </p:nvPr>
        </p:nvSpPr>
        <p:spPr>
          <a:xfrm>
            <a:off x="1024200" y="471600"/>
            <a:ext cx="4387680" cy="173592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p>
            <a:pPr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4000" lang="en-US" spc="99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Click to edit Master title style</a:t>
            </a:r>
            <a:endParaRPr b="0" sz="4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710" name="PlaceHolder 2"/>
          <p:cNvSpPr>
            <a:spLocks noGrp="1"/>
          </p:cNvSpPr>
          <p:nvPr>
            <p:ph type="body"/>
          </p:nvPr>
        </p:nvSpPr>
        <p:spPr>
          <a:xfrm>
            <a:off x="5715000" y="822960"/>
            <a:ext cx="5676840" cy="5183280"/>
          </a:xfrm>
          <a:prstGeom prst="rect"/>
          <a:noFill/>
          <a:ln w="0">
            <a:noFill/>
          </a:ln>
        </p:spPr>
        <p:txBody>
          <a:bodyPr anchor="t" bIns="45720" lIns="45720" rIns="45720" tIns="45720">
            <a:noAutofit/>
          </a:bodyPr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sz="2400" lang="en-US" strike="noStrike" u="none">
                <a:solidFill>
                  <a:schemeClr val="dk1"/>
                </a:solidFill>
                <a:effectLst/>
                <a:latin typeface="Tw Cen MT"/>
              </a:rPr>
              <a:t>Click to edit Master text styles</a:t>
            </a:r>
            <a:endParaRPr b="0" sz="24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1" marL="2653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2000" lang="en-US" strike="noStrike" u="none">
                <a:solidFill>
                  <a:schemeClr val="dk1"/>
                </a:solidFill>
                <a:effectLst/>
                <a:latin typeface="Tw Cen MT"/>
              </a:rPr>
              <a:t>Second level</a:t>
            </a:r>
            <a:endParaRPr b="0" sz="20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2" marL="4482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600" lang="en-US" strike="noStrike" u="none">
                <a:solidFill>
                  <a:schemeClr val="dk1"/>
                </a:solidFill>
                <a:effectLst/>
                <a:latin typeface="Tw Cen MT"/>
              </a:rPr>
              <a:t>Third level</a:t>
            </a:r>
            <a:endParaRPr b="0" sz="16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3" marL="59436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600" lang="en-US" strike="noStrike" u="none">
                <a:solidFill>
                  <a:schemeClr val="dk1"/>
                </a:solidFill>
                <a:effectLst/>
                <a:latin typeface="Tw Cen MT"/>
              </a:rPr>
              <a:t>Fourth level</a:t>
            </a:r>
            <a:endParaRPr b="0" sz="16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4" marL="77724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600" lang="en-US" strike="noStrike" u="none">
                <a:solidFill>
                  <a:schemeClr val="dk1"/>
                </a:solidFill>
                <a:effectLst/>
                <a:latin typeface="Tw Cen MT"/>
              </a:rPr>
              <a:t>Fifth level</a:t>
            </a:r>
            <a:endParaRPr b="0" sz="16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711" name="PlaceHolder 3"/>
          <p:cNvSpPr>
            <a:spLocks noGrp="1"/>
          </p:cNvSpPr>
          <p:nvPr>
            <p:ph type="body"/>
          </p:nvPr>
        </p:nvSpPr>
        <p:spPr>
          <a:xfrm>
            <a:off x="1024200" y="2257560"/>
            <a:ext cx="4387680" cy="3760920"/>
          </a:xfrm>
          <a:prstGeom prst="rect"/>
          <a:noFill/>
          <a:ln w="0">
            <a:noFill/>
          </a:ln>
        </p:spPr>
        <p:txBody>
          <a:bodyPr anchor="t" bIns="45720" lIns="91440" rIns="91440" tIns="45720">
            <a:normAutofit/>
          </a:bodyPr>
          <a:p>
            <a:pPr defTabSz="914400" indent="0">
              <a:lnSpc>
                <a:spcPct val="108000"/>
              </a:lnSpc>
              <a:spcBef>
                <a:spcPts val="601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sz="1600" lang="en-US" strike="noStrike" u="none">
                <a:solidFill>
                  <a:schemeClr val="dk1"/>
                </a:solidFill>
                <a:effectLst/>
                <a:latin typeface="Tw Cen MT"/>
              </a:rPr>
              <a:t>Click to edit Master text styles</a:t>
            </a:r>
            <a:endParaRPr b="0" sz="16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712" name="PlaceHolder 4"/>
          <p:cNvSpPr>
            <a:spLocks noGrp="1"/>
          </p:cNvSpPr>
          <p:nvPr>
            <p:ph type="dt" idx="22"/>
          </p:nvPr>
        </p:nvSpPr>
        <p:spPr>
          <a:xfrm>
            <a:off x="1024200" y="6470640"/>
            <a:ext cx="215280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457200" indent="0">
              <a:lnSpc>
                <a:spcPct val="100000"/>
              </a:lnSpc>
              <a:buNone/>
              <a:tabLst>
                <a:tab algn="l" pos="0"/>
              </a:tabLst>
              <a:def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defRPr>
            </a:lvl1pPr>
          </a:lstStyle>
          <a:p>
            <a:pPr defTabSz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&lt;date/time&gt;</a:t>
            </a:r>
            <a:endParaRPr b="0" sz="10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sp>
        <p:nvSpPr>
          <p:cNvPr id="1048713" name="PlaceHolder 5"/>
          <p:cNvSpPr>
            <a:spLocks noGrp="1"/>
          </p:cNvSpPr>
          <p:nvPr>
            <p:ph type="ftr" idx="23"/>
          </p:nvPr>
        </p:nvSpPr>
        <p:spPr>
          <a:xfrm>
            <a:off x="4843080" y="6470640"/>
            <a:ext cx="590004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algn="ctr" indent="0">
              <a:lnSpc>
                <a:spcPct val="100000"/>
              </a:lnSpc>
              <a:buNone/>
              <a:tabLst>
                <a:tab algn="l" pos="0"/>
              </a:tabLst>
              <a:defRPr b="0" sz="1400" lang="en-IN" strike="noStrike" u="none">
                <a:solidFill>
                  <a:srgbClr val="000000"/>
                </a:solidFill>
                <a:effectLst/>
                <a:latin typeface="Times New Roman"/>
              </a:defRPr>
            </a:lvl1pPr>
          </a:lstStyle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1400" lang="en-IN" strike="noStrike" u="none">
                <a:solidFill>
                  <a:srgbClr val="000000"/>
                </a:solidFill>
                <a:effectLst/>
                <a:latin typeface="Times New Roman"/>
              </a:rPr>
              <a:t>&lt;footer&gt;</a:t>
            </a:r>
            <a:endParaRPr b="0" sz="14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sp>
        <p:nvSpPr>
          <p:cNvPr id="1048714" name="PlaceHolder 6"/>
          <p:cNvSpPr>
            <a:spLocks noGrp="1"/>
          </p:cNvSpPr>
          <p:nvPr>
            <p:ph type="sldNum" idx="24"/>
          </p:nvPr>
        </p:nvSpPr>
        <p:spPr>
          <a:xfrm>
            <a:off x="10837440" y="6470640"/>
            <a:ext cx="97236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457200" indent="0">
              <a:lnSpc>
                <a:spcPct val="100000"/>
              </a:lnSpc>
              <a:buNone/>
              <a:tabLst>
                <a:tab algn="l" pos="0"/>
              </a:tabLst>
              <a:def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defRPr>
            </a:lvl1pPr>
          </a:lstStyle>
          <a:p>
            <a:pPr defTabSz="457200" indent="0">
              <a:lnSpc>
                <a:spcPct val="100000"/>
              </a:lnSpc>
              <a:buNone/>
              <a:tabLst>
                <a:tab algn="l" pos="0"/>
              </a:tabLst>
            </a:pPr>
            <a:fld id="{76152D8B-F877-43D3-B7F0-792912594994}" type="slidenum">
              <a: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&lt;number&gt;</a:t>
            </a:fld>
            <a:endParaRPr b="0" sz="10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Picture with Caption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46" name="Straight Connector 6"/>
          <p:cNvCxnSpPr>
            <a:cxnSpLocks/>
          </p:cNvCxnSpPr>
          <p:nvPr/>
        </p:nvCxnSpPr>
        <p:spPr>
          <a:xfrm flipV="1">
            <a:off x="761760" y="826200"/>
            <a:ext cx="1440" cy="915840"/>
          </a:xfrm>
          <a:prstGeom prst="straightConnector1"/>
          <a:ln w="19050">
            <a:solidFill>
              <a:srgbClr val="1CADE4"/>
            </a:solidFill>
            <a:round/>
          </a:ln>
        </p:spPr>
      </p:cxnSp>
      <p:sp>
        <p:nvSpPr>
          <p:cNvPr id="1048673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0960" cy="146160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rmAutofit/>
          </a:bodyPr>
          <a:p>
            <a:pPr algn="r"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5000" lang="en-US" spc="201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Click to edit Master title style</a:t>
            </a:r>
            <a:endParaRPr b="0" sz="5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87440" cy="4570560"/>
          </a:xfrm>
          <a:prstGeom prst="rect"/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anchor="t" bIns="45720" lIns="457200" rIns="45720" tIns="365760">
            <a:noAutofit/>
          </a:bodyPr>
          <a:p>
            <a:pPr defTabSz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3200" lang="en-US" strike="noStrike" u="none">
                <a:solidFill>
                  <a:schemeClr val="dk1"/>
                </a:solidFill>
                <a:effectLst/>
                <a:latin typeface="Tw Cen MT"/>
              </a:rPr>
              <a:t>Click icon to add picture</a:t>
            </a:r>
            <a:endParaRPr b="0" sz="32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75" name="PlaceHolder 3"/>
          <p:cNvSpPr>
            <a:spLocks noGrp="1"/>
          </p:cNvSpPr>
          <p:nvPr>
            <p:ph type="body"/>
          </p:nvPr>
        </p:nvSpPr>
        <p:spPr>
          <a:xfrm>
            <a:off x="8610480" y="4960080"/>
            <a:ext cx="3198960" cy="146160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rmAutofit/>
          </a:bodyPr>
          <a:p>
            <a:pPr defTabSz="914400" indent="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sz="18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"/>
              </a:rPr>
              <a:t>Click to edit Master text styles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76" name="PlaceHolder 4"/>
          <p:cNvSpPr>
            <a:spLocks noGrp="1"/>
          </p:cNvSpPr>
          <p:nvPr>
            <p:ph type="dt" idx="25"/>
          </p:nvPr>
        </p:nvSpPr>
        <p:spPr>
          <a:xfrm>
            <a:off x="1024200" y="6470640"/>
            <a:ext cx="215280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457200" indent="0">
              <a:lnSpc>
                <a:spcPct val="100000"/>
              </a:lnSpc>
              <a:buNone/>
              <a:tabLst>
                <a:tab algn="l" pos="0"/>
              </a:tabLst>
              <a:def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defRPr>
            </a:lvl1pPr>
          </a:lstStyle>
          <a:p>
            <a:pPr defTabSz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&lt;date/time&gt;</a:t>
            </a:r>
            <a:endParaRPr b="0" sz="10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sp>
        <p:nvSpPr>
          <p:cNvPr id="1048677" name="PlaceHolder 5"/>
          <p:cNvSpPr>
            <a:spLocks noGrp="1"/>
          </p:cNvSpPr>
          <p:nvPr>
            <p:ph type="ftr" idx="26"/>
          </p:nvPr>
        </p:nvSpPr>
        <p:spPr>
          <a:xfrm>
            <a:off x="4843080" y="6470640"/>
            <a:ext cx="590004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algn="ctr" indent="0">
              <a:lnSpc>
                <a:spcPct val="100000"/>
              </a:lnSpc>
              <a:buNone/>
              <a:tabLst>
                <a:tab algn="l" pos="0"/>
              </a:tabLst>
              <a:defRPr b="0" sz="1400" lang="en-IN" strike="noStrike" u="none">
                <a:solidFill>
                  <a:srgbClr val="000000"/>
                </a:solidFill>
                <a:effectLst/>
                <a:latin typeface="Times New Roman"/>
              </a:defRPr>
            </a:lvl1pPr>
          </a:lstStyle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1400" lang="en-IN" strike="noStrike" u="none">
                <a:solidFill>
                  <a:srgbClr val="000000"/>
                </a:solidFill>
                <a:effectLst/>
                <a:latin typeface="Times New Roman"/>
              </a:rPr>
              <a:t>&lt;footer&gt;</a:t>
            </a:r>
            <a:endParaRPr b="0" sz="14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sp>
        <p:nvSpPr>
          <p:cNvPr id="1048678" name="PlaceHolder 6"/>
          <p:cNvSpPr>
            <a:spLocks noGrp="1"/>
          </p:cNvSpPr>
          <p:nvPr>
            <p:ph type="sldNum" idx="27"/>
          </p:nvPr>
        </p:nvSpPr>
        <p:spPr>
          <a:xfrm>
            <a:off x="10837440" y="6470640"/>
            <a:ext cx="97236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457200" indent="0">
              <a:lnSpc>
                <a:spcPct val="100000"/>
              </a:lnSpc>
              <a:buNone/>
              <a:tabLst>
                <a:tab algn="l" pos="0"/>
              </a:tabLst>
              <a:def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defRPr>
            </a:lvl1pPr>
          </a:lstStyle>
          <a:p>
            <a:pPr defTabSz="457200" indent="0">
              <a:lnSpc>
                <a:spcPct val="100000"/>
              </a:lnSpc>
              <a:buNone/>
              <a:tabLst>
                <a:tab algn="l" pos="0"/>
              </a:tabLst>
            </a:pPr>
            <a:fld id="{45578149-9D28-4127-B347-A8AE0E620B36}" type="slidenum">
              <a: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&lt;number&gt;</a:t>
            </a:fld>
            <a:endParaRPr b="0" sz="10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cxnSp>
        <p:nvCxnSpPr>
          <p:cNvPr id="3145747" name="Straight Connector 7"/>
          <p:cNvCxnSpPr>
            <a:cxnSpLocks/>
          </p:cNvCxnSpPr>
          <p:nvPr/>
        </p:nvCxnSpPr>
        <p:spPr>
          <a:xfrm flipV="1">
            <a:off x="8386560" y="5263920"/>
            <a:ext cx="1440" cy="915840"/>
          </a:xfrm>
          <a:prstGeom prst="straightConnector1"/>
          <a:ln w="19050">
            <a:solidFill>
              <a:srgbClr val="1CADE4"/>
            </a:solidFill>
            <a:round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48" name="Straight Connector 6"/>
          <p:cNvCxnSpPr>
            <a:cxnSpLocks/>
          </p:cNvCxnSpPr>
          <p:nvPr/>
        </p:nvCxnSpPr>
        <p:spPr>
          <a:xfrm flipV="1">
            <a:off x="761760" y="826200"/>
            <a:ext cx="1440" cy="915840"/>
          </a:xfrm>
          <a:prstGeom prst="straightConnector1"/>
          <a:ln w="19050">
            <a:solidFill>
              <a:srgbClr val="1CADE4"/>
            </a:solidFill>
            <a:round/>
          </a:ln>
        </p:spPr>
      </p:cxnSp>
      <p:sp>
        <p:nvSpPr>
          <p:cNvPr id="1048679" name="Rectangle 9"/>
          <p:cNvSpPr/>
          <p:nvPr/>
        </p:nvSpPr>
        <p:spPr>
          <a:xfrm>
            <a:off x="0" y="0"/>
            <a:ext cx="12190680" cy="4570560"/>
          </a:xfrm>
          <a:prstGeom prst="rect"/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pPr>
              <a:lnSpc>
                <a:spcPct val="100000"/>
              </a:lnSpc>
            </a:pPr>
            <a:endParaRPr b="0" sz="1800" lang="en-IN" strike="noStrike" u="none">
              <a:solidFill>
                <a:srgbClr val="FFFFFF"/>
              </a:solidFill>
              <a:effectLst/>
              <a:latin typeface="Arial"/>
            </a:endParaRPr>
          </a:p>
        </p:txBody>
      </p:sp>
      <p:sp>
        <p:nvSpPr>
          <p:cNvPr id="1048680" name="Oval 5"/>
          <p:cNvSpPr/>
          <p:nvPr/>
        </p:nvSpPr>
        <p:spPr>
          <a:xfrm>
            <a:off x="0" y="0"/>
            <a:ext cx="12190680" cy="4570560"/>
          </a:xfrm>
          <a:custGeom>
            <a:avLst/>
            <a:gdLst>
              <a:gd name="textAreaLeft" fmla="*/ 0 w 12190680"/>
              <a:gd name="textAreaRight" fmla="*/ 12192120 w 12190680"/>
              <a:gd name="textAreaTop" fmla="*/ 0 h 4570560"/>
              <a:gd name="textAreaBottom" fmla="*/ 4572000 h 4570560"/>
            </a:gdLst>
            <a:ahLst/>
            <a:rect l="textAreaLeft" t="textAreaTop" r="textAreaRight" b="textAreaBottom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pPr>
              <a:lnSpc>
                <a:spcPct val="100000"/>
              </a:lnSpc>
            </a:pP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81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0960" cy="146160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rmAutofit/>
          </a:bodyPr>
          <a:p>
            <a:pPr algn="r"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5000" lang="en-US" spc="201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Click to edit Master title style</a:t>
            </a:r>
            <a:endParaRPr b="0" sz="5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82" name="PlaceHolder 2"/>
          <p:cNvSpPr>
            <a:spLocks noGrp="1"/>
          </p:cNvSpPr>
          <p:nvPr>
            <p:ph type="dt" idx="28"/>
          </p:nvPr>
        </p:nvSpPr>
        <p:spPr>
          <a:xfrm>
            <a:off x="1024200" y="6470640"/>
            <a:ext cx="215280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457200" indent="0">
              <a:lnSpc>
                <a:spcPct val="100000"/>
              </a:lnSpc>
              <a:buNone/>
              <a:tabLst>
                <a:tab algn="l" pos="0"/>
              </a:tabLst>
              <a:def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defRPr>
            </a:lvl1pPr>
          </a:lstStyle>
          <a:p>
            <a:pPr defTabSz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&lt;date/time&gt;</a:t>
            </a:r>
            <a:endParaRPr b="0" sz="10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sp>
        <p:nvSpPr>
          <p:cNvPr id="1048683" name="PlaceHolder 3"/>
          <p:cNvSpPr>
            <a:spLocks noGrp="1"/>
          </p:cNvSpPr>
          <p:nvPr>
            <p:ph type="ftr" idx="29"/>
          </p:nvPr>
        </p:nvSpPr>
        <p:spPr>
          <a:xfrm>
            <a:off x="4843080" y="6470640"/>
            <a:ext cx="590004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algn="ctr" indent="0">
              <a:lnSpc>
                <a:spcPct val="100000"/>
              </a:lnSpc>
              <a:buNone/>
              <a:tabLst>
                <a:tab algn="l" pos="0"/>
              </a:tabLst>
              <a:defRPr b="0" sz="1400" lang="en-IN" strike="noStrike" u="none">
                <a:solidFill>
                  <a:srgbClr val="000000"/>
                </a:solidFill>
                <a:effectLst/>
                <a:latin typeface="Times New Roman"/>
              </a:defRPr>
            </a:lvl1pPr>
          </a:lstStyle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1400" lang="en-IN" strike="noStrike" u="none">
                <a:solidFill>
                  <a:srgbClr val="000000"/>
                </a:solidFill>
                <a:effectLst/>
                <a:latin typeface="Times New Roman"/>
              </a:rPr>
              <a:t>&lt;footer&gt;</a:t>
            </a:r>
            <a:endParaRPr b="0" sz="14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sp>
        <p:nvSpPr>
          <p:cNvPr id="1048684" name="PlaceHolder 4"/>
          <p:cNvSpPr>
            <a:spLocks noGrp="1"/>
          </p:cNvSpPr>
          <p:nvPr>
            <p:ph type="sldNum" idx="30"/>
          </p:nvPr>
        </p:nvSpPr>
        <p:spPr>
          <a:xfrm>
            <a:off x="10837440" y="6470640"/>
            <a:ext cx="97236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457200" indent="0">
              <a:lnSpc>
                <a:spcPct val="100000"/>
              </a:lnSpc>
              <a:buNone/>
              <a:tabLst>
                <a:tab algn="l" pos="0"/>
              </a:tabLst>
              <a:def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defRPr>
            </a:lvl1pPr>
          </a:lstStyle>
          <a:p>
            <a:pPr defTabSz="457200" indent="0">
              <a:lnSpc>
                <a:spcPct val="100000"/>
              </a:lnSpc>
              <a:buNone/>
              <a:tabLst>
                <a:tab algn="l" pos="0"/>
              </a:tabLst>
            </a:pPr>
            <a:fld id="{C6021B67-F986-4A02-B320-9A5C0457EE73}" type="slidenum">
              <a: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&lt;number&gt;</a:t>
            </a:fld>
            <a:endParaRPr b="0" sz="10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cxnSp>
        <p:nvCxnSpPr>
          <p:cNvPr id="3145749" name="Straight Connector 7"/>
          <p:cNvCxnSpPr>
            <a:cxnSpLocks/>
          </p:cNvCxnSpPr>
          <p:nvPr/>
        </p:nvCxnSpPr>
        <p:spPr>
          <a:xfrm flipV="1">
            <a:off x="8386560" y="5263920"/>
            <a:ext cx="1440" cy="915840"/>
          </a:xfrm>
          <a:prstGeom prst="straightConnector1"/>
          <a:ln w="19050">
            <a:solidFill>
              <a:srgbClr val="1482AC"/>
            </a:solidFill>
            <a:round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45" name="Straight Connector 6"/>
          <p:cNvCxnSpPr>
            <a:cxnSpLocks/>
          </p:cNvCxnSpPr>
          <p:nvPr/>
        </p:nvCxnSpPr>
        <p:spPr>
          <a:xfrm flipV="1">
            <a:off x="761760" y="826200"/>
            <a:ext cx="1440" cy="915840"/>
          </a:xfrm>
          <a:prstGeom prst="straightConnector1"/>
          <a:ln w="19050">
            <a:solidFill>
              <a:srgbClr val="1CADE4"/>
            </a:solidFill>
            <a:round/>
          </a:ln>
        </p:spPr>
      </p:cxnSp>
      <p:sp>
        <p:nvSpPr>
          <p:cNvPr id="1048668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p>
            <a:pPr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5000" lang="en-US" spc="99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Click to edit Master title style</a:t>
            </a:r>
            <a:endParaRPr b="0" sz="5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69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9718560" cy="4021920"/>
          </a:xfrm>
          <a:prstGeom prst="rect"/>
          <a:noFill/>
          <a:ln w="0">
            <a:noFill/>
          </a:ln>
        </p:spPr>
        <p:txBody>
          <a:bodyPr anchor="t" bIns="45720" lIns="45720" rIns="45720" tIns="45720" vert="eaVert">
            <a:noAutofit/>
          </a:bodyPr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sz="2200" lang="en-US" strike="noStrike" u="none">
                <a:solidFill>
                  <a:schemeClr val="dk1"/>
                </a:solidFill>
                <a:effectLst/>
                <a:latin typeface="Tw Cen MT"/>
              </a:rPr>
              <a:t>Click to edit Master text styles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1" marL="2653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Second level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2" marL="4482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400" lang="en-US" strike="noStrike" u="none">
                <a:solidFill>
                  <a:schemeClr val="dk1"/>
                </a:solidFill>
                <a:effectLst/>
                <a:latin typeface="Tw Cen MT"/>
              </a:rPr>
              <a:t>Third level</a:t>
            </a:r>
            <a:endParaRPr b="0" sz="14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3" marL="59436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400" lang="en-US" strike="noStrike" u="none">
                <a:solidFill>
                  <a:schemeClr val="dk1"/>
                </a:solidFill>
                <a:effectLst/>
                <a:latin typeface="Tw Cen MT"/>
              </a:rPr>
              <a:t>Fourth level</a:t>
            </a:r>
            <a:endParaRPr b="0" sz="14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137160" lvl="4" marL="77724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sz="1400" lang="en-US" strike="noStrike" u="none">
                <a:solidFill>
                  <a:schemeClr val="dk1"/>
                </a:solidFill>
                <a:effectLst/>
                <a:latin typeface="Tw Cen MT"/>
              </a:rPr>
              <a:t>Fifth level</a:t>
            </a:r>
            <a:endParaRPr b="0" sz="14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70" name="PlaceHolder 3"/>
          <p:cNvSpPr>
            <a:spLocks noGrp="1"/>
          </p:cNvSpPr>
          <p:nvPr>
            <p:ph type="dt" idx="31"/>
          </p:nvPr>
        </p:nvSpPr>
        <p:spPr>
          <a:xfrm>
            <a:off x="1024200" y="6470640"/>
            <a:ext cx="215280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457200" indent="0">
              <a:lnSpc>
                <a:spcPct val="100000"/>
              </a:lnSpc>
              <a:buNone/>
              <a:tabLst>
                <a:tab algn="l" pos="0"/>
              </a:tabLst>
              <a:def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defRPr>
            </a:lvl1pPr>
          </a:lstStyle>
          <a:p>
            <a:pPr defTabSz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&lt;date/time&gt;</a:t>
            </a:r>
            <a:endParaRPr b="0" sz="10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sp>
        <p:nvSpPr>
          <p:cNvPr id="1048671" name="PlaceHolder 4"/>
          <p:cNvSpPr>
            <a:spLocks noGrp="1"/>
          </p:cNvSpPr>
          <p:nvPr>
            <p:ph type="ftr" idx="32"/>
          </p:nvPr>
        </p:nvSpPr>
        <p:spPr>
          <a:xfrm>
            <a:off x="4843080" y="6470640"/>
            <a:ext cx="590004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algn="ctr" indent="0">
              <a:lnSpc>
                <a:spcPct val="100000"/>
              </a:lnSpc>
              <a:buNone/>
              <a:tabLst>
                <a:tab algn="l" pos="0"/>
              </a:tabLst>
              <a:defRPr b="0" sz="1400" lang="en-IN" strike="noStrike" u="none">
                <a:solidFill>
                  <a:srgbClr val="000000"/>
                </a:solidFill>
                <a:effectLst/>
                <a:latin typeface="Times New Roman"/>
              </a:defRPr>
            </a:lvl1pPr>
          </a:lstStyle>
          <a:p>
            <a:pPr algn="ctr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sz="1400" lang="en-IN" strike="noStrike" u="none">
                <a:solidFill>
                  <a:srgbClr val="000000"/>
                </a:solidFill>
                <a:effectLst/>
                <a:latin typeface="Times New Roman"/>
              </a:rPr>
              <a:t>&lt;footer&gt;</a:t>
            </a:r>
            <a:endParaRPr b="0" sz="14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  <p:sp>
        <p:nvSpPr>
          <p:cNvPr id="1048672" name="PlaceHolder 5"/>
          <p:cNvSpPr>
            <a:spLocks noGrp="1"/>
          </p:cNvSpPr>
          <p:nvPr>
            <p:ph type="sldNum" idx="33"/>
          </p:nvPr>
        </p:nvSpPr>
        <p:spPr>
          <a:xfrm>
            <a:off x="10837440" y="6470640"/>
            <a:ext cx="972360" cy="2728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457200" indent="0">
              <a:lnSpc>
                <a:spcPct val="100000"/>
              </a:lnSpc>
              <a:buNone/>
              <a:tabLst>
                <a:tab algn="l" pos="0"/>
              </a:tabLst>
              <a:def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defRPr>
            </a:lvl1pPr>
          </a:lstStyle>
          <a:p>
            <a:pPr defTabSz="457200" indent="0">
              <a:lnSpc>
                <a:spcPct val="100000"/>
              </a:lnSpc>
              <a:buNone/>
              <a:tabLst>
                <a:tab algn="l" pos="0"/>
              </a:tabLst>
            </a:pPr>
            <a:fld id="{CF6BA0E1-B3E8-4E8E-939C-EB79CF1990FB}" type="slidenum">
              <a:rPr b="0" sz="1000" lang="en-US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latin typeface="Tw Cen MT Condensed"/>
              </a:rPr>
              <a:t>&lt;number&gt;</a:t>
            </a:fld>
            <a:endParaRPr b="0" sz="1000" lang="en-IN" strike="noStrike" u="none">
              <a:solidFill>
                <a:srgbClr val="000000"/>
              </a:solidFill>
              <a:effectLst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7"/>
          <p:cNvSpPr/>
          <p:nvPr/>
        </p:nvSpPr>
        <p:spPr>
          <a:xfrm>
            <a:off x="-10080" y="0"/>
            <a:ext cx="4068360" cy="6856560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582" name="PlaceHolder 1"/>
          <p:cNvSpPr>
            <a:spLocks noGrp="1"/>
          </p:cNvSpPr>
          <p:nvPr>
            <p:ph type="title"/>
          </p:nvPr>
        </p:nvSpPr>
        <p:spPr>
          <a:xfrm>
            <a:off x="309960" y="640080"/>
            <a:ext cx="3428280" cy="56116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rmAutofit/>
          </a:bodyPr>
          <a:p>
            <a:pPr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5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C Programming Project Presentation</a:t>
            </a:r>
            <a:endParaRPr b="0" sz="5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583" name="PlaceHolder 2"/>
          <p:cNvSpPr>
            <a:spLocks noGrp="1"/>
          </p:cNvSpPr>
          <p:nvPr>
            <p:ph/>
          </p:nvPr>
        </p:nvSpPr>
        <p:spPr>
          <a:xfrm>
            <a:off x="4699800" y="2106360"/>
            <a:ext cx="7170840" cy="3743640"/>
          </a:xfrm>
          <a:prstGeom prst="rect"/>
          <a:noFill/>
          <a:ln w="0">
            <a:noFill/>
          </a:ln>
        </p:spPr>
        <p:txBody>
          <a:bodyPr anchor="t" bIns="45720" lIns="45720" rIns="45720" tIns="45720">
            <a:normAutofit/>
          </a:bodyPr>
          <a:p>
            <a:pPr defTabSz="914400"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Project Title: Simple Payroll Slip Generator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Course: C Programming Lab / Mini Project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Student Name &amp; Roll No: 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N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A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K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U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L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(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2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5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B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C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S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1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3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1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)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,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N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A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N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D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H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I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N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I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(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2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5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B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C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S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1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3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2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)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,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N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A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V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E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E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N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(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2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5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B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C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S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1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3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3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)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,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N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I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R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A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N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J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A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N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(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2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5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B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C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S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1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3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4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)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,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N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I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T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H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E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S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H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(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2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5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B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C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S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1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3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5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)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Department: 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c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o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m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p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u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t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e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r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 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s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c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i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e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n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c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e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 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Mentor / Guide: [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 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m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r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s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 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: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 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A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s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h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w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a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n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a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n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d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h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i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n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i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 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]</a:t>
            </a:r>
            <a:r>
              <a:rPr altLang="en-GB" b="0" sz="1800" lang="en-US" strike="noStrike" u="none">
                <a:solidFill>
                  <a:schemeClr val="dk1"/>
                </a:solidFill>
                <a:effectLst/>
                <a:latin typeface="Tw Cen MT"/>
              </a:rPr>
              <a:t> 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pic>
        <p:nvPicPr>
          <p:cNvPr id="2097152" name="Picture 5" descr="A blue and red logo  AI-generated content may be incorrect.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699800" y="233280"/>
            <a:ext cx="6742440" cy="1684440"/>
          </a:xfrm>
          <a:prstGeom prst="rect"/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Rectangle 7"/>
          <p:cNvSpPr/>
          <p:nvPr/>
        </p:nvSpPr>
        <p:spPr>
          <a:xfrm>
            <a:off x="0" y="0"/>
            <a:ext cx="12190680" cy="6856560"/>
          </a:xfrm>
          <a:prstGeom prst="rect"/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585" name="Rectangle 9"/>
          <p:cNvSpPr/>
          <p:nvPr/>
        </p:nvSpPr>
        <p:spPr>
          <a:xfrm>
            <a:off x="2772720" y="484560"/>
            <a:ext cx="8946720" cy="5879520"/>
          </a:xfrm>
          <a:prstGeom prst="rect"/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586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1800" cy="149832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rmAutofit/>
          </a:bodyPr>
          <a:p>
            <a:pPr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5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Introduction</a:t>
            </a:r>
            <a:endParaRPr b="0" sz="5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587" name="Rectangle 11"/>
          <p:cNvSpPr/>
          <p:nvPr/>
        </p:nvSpPr>
        <p:spPr>
          <a:xfrm>
            <a:off x="475200" y="484560"/>
            <a:ext cx="2127600" cy="5879520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cxnSp>
        <p:nvCxnSpPr>
          <p:cNvPr id="3145729" name="Straight Connector 13"/>
          <p:cNvCxnSpPr>
            <a:cxnSpLocks/>
          </p:cNvCxnSpPr>
          <p:nvPr/>
        </p:nvCxnSpPr>
        <p:spPr>
          <a:xfrm flipV="1">
            <a:off x="3206880" y="1029240"/>
            <a:ext cx="1440" cy="915840"/>
          </a:xfrm>
          <a:prstGeom prst="straightConnector1"/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048588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1800" cy="3553200"/>
          </a:xfrm>
          <a:prstGeom prst="rect"/>
          <a:noFill/>
          <a:ln w="0">
            <a:noFill/>
          </a:ln>
        </p:spPr>
        <p:txBody>
          <a:bodyPr anchor="t" bIns="45720" lIns="45720" rIns="45720" tIns="45720">
            <a:normAutofit/>
          </a:bodyPr>
          <a:p>
            <a:pPr defTabSz="914400"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This project demonstrates a C-based payroll slip generator.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It automates employee salary computation and slip generation.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The project highlights use of loops, functions, structures, and file handling in C.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pic>
        <p:nvPicPr>
          <p:cNvPr id="2097153" name="Picture 6" descr="A blue and red logo  AI-generated content may be incorrect.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66280" y="654840"/>
            <a:ext cx="1876680" cy="468000"/>
          </a:xfrm>
          <a:prstGeom prst="rect"/>
          <a:noFill/>
          <a:ln w="0">
            <a:noFill/>
          </a:ln>
        </p:spPr>
      </p:pic>
      <p:sp>
        <p:nvSpPr>
          <p:cNvPr id="1048589" name="Title 1"/>
          <p:cNvSpPr/>
          <p:nvPr/>
        </p:nvSpPr>
        <p:spPr>
          <a:xfrm>
            <a:off x="566280" y="590040"/>
            <a:ext cx="1876680" cy="56116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45000" lIns="90000" rIns="90000" tIns="45000">
            <a:normAutofit/>
          </a:bodyPr>
          <a:p>
            <a:pPr defTabSz="914400">
              <a:lnSpc>
                <a:spcPct val="80000"/>
              </a:lnSpc>
            </a:pPr>
            <a:r>
              <a:rPr b="0" cap="all" sz="2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C Programming Project Presentation</a:t>
            </a:r>
            <a:endParaRPr b="0" sz="2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Rectangle 7"/>
          <p:cNvSpPr/>
          <p:nvPr/>
        </p:nvSpPr>
        <p:spPr>
          <a:xfrm>
            <a:off x="0" y="0"/>
            <a:ext cx="12190680" cy="6856560"/>
          </a:xfrm>
          <a:prstGeom prst="rect"/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591" name="Rectangle 9"/>
          <p:cNvSpPr/>
          <p:nvPr/>
        </p:nvSpPr>
        <p:spPr>
          <a:xfrm>
            <a:off x="2772720" y="484560"/>
            <a:ext cx="8946720" cy="5879520"/>
          </a:xfrm>
          <a:prstGeom prst="rect"/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592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1800" cy="149832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rmAutofit/>
          </a:bodyPr>
          <a:p>
            <a:pPr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5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Objective</a:t>
            </a:r>
            <a:endParaRPr b="0" sz="5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593" name="Rectangle 11"/>
          <p:cNvSpPr/>
          <p:nvPr/>
        </p:nvSpPr>
        <p:spPr>
          <a:xfrm>
            <a:off x="475200" y="484560"/>
            <a:ext cx="2127600" cy="5879520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cxnSp>
        <p:nvCxnSpPr>
          <p:cNvPr id="3145730" name="Straight Connector 13"/>
          <p:cNvCxnSpPr>
            <a:cxnSpLocks/>
          </p:cNvCxnSpPr>
          <p:nvPr/>
        </p:nvCxnSpPr>
        <p:spPr>
          <a:xfrm flipV="1">
            <a:off x="3206880" y="1029240"/>
            <a:ext cx="1440" cy="915840"/>
          </a:xfrm>
          <a:prstGeom prst="straightConnector1"/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048594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1800" cy="3553200"/>
          </a:xfrm>
          <a:prstGeom prst="rect"/>
          <a:noFill/>
          <a:ln w="0">
            <a:noFill/>
          </a:ln>
        </p:spPr>
        <p:txBody>
          <a:bodyPr anchor="t" bIns="45720" lIns="45720" rIns="45720" tIns="45720">
            <a:normAutofit/>
          </a:bodyPr>
          <a:p>
            <a:pPr defTabSz="914400"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To design a C program for generating payroll slips automatically.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To calculate gross and net salary based on employee input.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To utilize file handling for record storage and retrieval.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pic>
        <p:nvPicPr>
          <p:cNvPr id="2097154" name="Picture 3" descr="A blue and red logo  AI-generated content may be incorrect.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66280" y="654840"/>
            <a:ext cx="1876680" cy="468000"/>
          </a:xfrm>
          <a:prstGeom prst="rect"/>
          <a:noFill/>
          <a:ln w="0">
            <a:noFill/>
          </a:ln>
        </p:spPr>
      </p:pic>
      <p:sp>
        <p:nvSpPr>
          <p:cNvPr id="1048595" name="Title 1"/>
          <p:cNvSpPr/>
          <p:nvPr/>
        </p:nvSpPr>
        <p:spPr>
          <a:xfrm>
            <a:off x="566280" y="590040"/>
            <a:ext cx="1876680" cy="56116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45000" lIns="90000" rIns="90000" tIns="45000">
            <a:normAutofit/>
          </a:bodyPr>
          <a:p>
            <a:pPr defTabSz="914400">
              <a:lnSpc>
                <a:spcPct val="80000"/>
              </a:lnSpc>
            </a:pPr>
            <a:r>
              <a:rPr b="0" cap="all" sz="2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C Programming Project Presentation</a:t>
            </a:r>
            <a:endParaRPr b="0" sz="2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Rectangle 7"/>
          <p:cNvSpPr/>
          <p:nvPr/>
        </p:nvSpPr>
        <p:spPr>
          <a:xfrm>
            <a:off x="0" y="0"/>
            <a:ext cx="12190680" cy="6856560"/>
          </a:xfrm>
          <a:prstGeom prst="rect"/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597" name="Rectangle 9"/>
          <p:cNvSpPr/>
          <p:nvPr/>
        </p:nvSpPr>
        <p:spPr>
          <a:xfrm>
            <a:off x="2772720" y="484560"/>
            <a:ext cx="8946720" cy="5879520"/>
          </a:xfrm>
          <a:prstGeom prst="rect"/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598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1800" cy="149832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rmAutofit/>
          </a:bodyPr>
          <a:p>
            <a:pPr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5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Problem Statement</a:t>
            </a:r>
            <a:endParaRPr b="0" sz="5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599" name="Rectangle 11"/>
          <p:cNvSpPr/>
          <p:nvPr/>
        </p:nvSpPr>
        <p:spPr>
          <a:xfrm>
            <a:off x="475200" y="484560"/>
            <a:ext cx="2127600" cy="5879520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cxnSp>
        <p:nvCxnSpPr>
          <p:cNvPr id="3145731" name="Straight Connector 13"/>
          <p:cNvCxnSpPr>
            <a:cxnSpLocks/>
          </p:cNvCxnSpPr>
          <p:nvPr/>
        </p:nvCxnSpPr>
        <p:spPr>
          <a:xfrm flipV="1">
            <a:off x="3206880" y="1029240"/>
            <a:ext cx="1440" cy="915840"/>
          </a:xfrm>
          <a:prstGeom prst="straightConnector1"/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048600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1800" cy="3553200"/>
          </a:xfrm>
          <a:prstGeom prst="rect"/>
          <a:noFill/>
          <a:ln w="0">
            <a:noFill/>
          </a:ln>
        </p:spPr>
        <p:txBody>
          <a:bodyPr anchor="t" bIns="45720" lIns="45720" rIns="45720" tIns="45720">
            <a:normAutofit/>
          </a:bodyPr>
          <a:p>
            <a:pPr defTabSz="914400"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Manual payroll preparation can lead to errors and inefficiency.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This system aims to automate payroll slip generation for accuracy and convenience.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pic>
        <p:nvPicPr>
          <p:cNvPr id="2097155" name="Picture 3" descr="A blue and red logo  AI-generated content may be incorrect.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66280" y="654840"/>
            <a:ext cx="1876680" cy="468000"/>
          </a:xfrm>
          <a:prstGeom prst="rect"/>
          <a:noFill/>
          <a:ln w="0">
            <a:noFill/>
          </a:ln>
        </p:spPr>
      </p:pic>
      <p:sp>
        <p:nvSpPr>
          <p:cNvPr id="1048601" name="Title 1"/>
          <p:cNvSpPr/>
          <p:nvPr/>
        </p:nvSpPr>
        <p:spPr>
          <a:xfrm>
            <a:off x="566280" y="590040"/>
            <a:ext cx="1876680" cy="56116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45000" lIns="90000" rIns="90000" tIns="45000">
            <a:normAutofit/>
          </a:bodyPr>
          <a:p>
            <a:pPr defTabSz="914400">
              <a:lnSpc>
                <a:spcPct val="80000"/>
              </a:lnSpc>
            </a:pPr>
            <a:r>
              <a:rPr b="0" cap="all" sz="2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C Programming Project Presentation</a:t>
            </a:r>
            <a:endParaRPr b="0" sz="2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Rectangle 7"/>
          <p:cNvSpPr/>
          <p:nvPr/>
        </p:nvSpPr>
        <p:spPr>
          <a:xfrm>
            <a:off x="0" y="0"/>
            <a:ext cx="12190680" cy="6856560"/>
          </a:xfrm>
          <a:prstGeom prst="rect"/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603" name="Rectangle 9"/>
          <p:cNvSpPr/>
          <p:nvPr/>
        </p:nvSpPr>
        <p:spPr>
          <a:xfrm>
            <a:off x="2772720" y="484560"/>
            <a:ext cx="8946720" cy="5879520"/>
          </a:xfrm>
          <a:prstGeom prst="rect"/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604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1800" cy="149832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rmAutofit/>
          </a:bodyPr>
          <a:p>
            <a:pPr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5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System Requirements</a:t>
            </a:r>
            <a:endParaRPr b="0" sz="5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05" name="Rectangle 11"/>
          <p:cNvSpPr/>
          <p:nvPr/>
        </p:nvSpPr>
        <p:spPr>
          <a:xfrm>
            <a:off x="475200" y="484560"/>
            <a:ext cx="2127600" cy="5879520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cxnSp>
        <p:nvCxnSpPr>
          <p:cNvPr id="3145732" name="Straight Connector 13"/>
          <p:cNvCxnSpPr>
            <a:cxnSpLocks/>
          </p:cNvCxnSpPr>
          <p:nvPr/>
        </p:nvCxnSpPr>
        <p:spPr>
          <a:xfrm flipV="1">
            <a:off x="3206880" y="1029240"/>
            <a:ext cx="1440" cy="915840"/>
          </a:xfrm>
          <a:prstGeom prst="straightConnector1"/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048606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1800" cy="3553200"/>
          </a:xfrm>
          <a:prstGeom prst="rect"/>
          <a:noFill/>
          <a:ln w="0">
            <a:noFill/>
          </a:ln>
        </p:spPr>
        <p:txBody>
          <a:bodyPr anchor="t" bIns="45720" lIns="45720" rIns="45720" tIns="45720">
            <a:normAutofit/>
          </a:bodyPr>
          <a:p>
            <a:pPr defTabSz="914400"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sz="15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1500" lang="en-IN" strike="noStrike" u="none">
                <a:solidFill>
                  <a:srgbClr val="FFFFFF"/>
                </a:solidFill>
                <a:effectLst/>
                <a:latin typeface="Tw Cen MT"/>
              </a:rPr>
              <a:t>Hardware Requirements:</a:t>
            </a:r>
            <a:endParaRPr b="0" sz="15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1500" lang="en-IN" strike="noStrike" u="none">
                <a:solidFill>
                  <a:srgbClr val="FFFFFF"/>
                </a:solidFill>
                <a:effectLst/>
                <a:latin typeface="Tw Cen MT"/>
              </a:rPr>
              <a:t>• Processor: Intel i3 or higher</a:t>
            </a:r>
            <a:endParaRPr b="0" sz="15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1500" lang="en-IN" strike="noStrike" u="none">
                <a:solidFill>
                  <a:srgbClr val="FFFFFF"/>
                </a:solidFill>
                <a:effectLst/>
                <a:latin typeface="Tw Cen MT"/>
              </a:rPr>
              <a:t>• RAM: 4 GB minimum</a:t>
            </a:r>
            <a:endParaRPr b="0" sz="15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1500" lang="en-IN" strike="noStrike" u="none">
                <a:solidFill>
                  <a:srgbClr val="FFFFFF"/>
                </a:solidFill>
                <a:effectLst/>
                <a:latin typeface="Tw Cen MT"/>
              </a:rPr>
              <a:t>• Storage: 500 MB free space</a:t>
            </a:r>
            <a:endParaRPr b="0" sz="15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sz="15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1500" lang="en-IN" strike="noStrike" u="none">
                <a:solidFill>
                  <a:srgbClr val="FFFFFF"/>
                </a:solidFill>
                <a:effectLst/>
                <a:latin typeface="Tw Cen MT"/>
              </a:rPr>
              <a:t>Software Requirements:</a:t>
            </a:r>
            <a:endParaRPr b="0" sz="15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1500" lang="en-IN" strike="noStrike" u="none">
                <a:solidFill>
                  <a:srgbClr val="FFFFFF"/>
                </a:solidFill>
                <a:effectLst/>
                <a:latin typeface="Tw Cen MT"/>
              </a:rPr>
              <a:t>• OS: Windows / Linux</a:t>
            </a:r>
            <a:endParaRPr b="0" sz="15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1500" lang="en-IN" strike="noStrike" u="none">
                <a:solidFill>
                  <a:srgbClr val="FFFFFF"/>
                </a:solidFill>
                <a:effectLst/>
                <a:latin typeface="Tw Cen MT"/>
              </a:rPr>
              <a:t>• Compiler: GCC / Turbo C / Code::Blocks / Dev C++</a:t>
            </a:r>
            <a:endParaRPr b="0" sz="15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pic>
        <p:nvPicPr>
          <p:cNvPr id="2097156" name="Picture 3" descr="A blue and red logo  AI-generated content may be incorrect.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66280" y="654840"/>
            <a:ext cx="1876680" cy="468000"/>
          </a:xfrm>
          <a:prstGeom prst="rect"/>
          <a:noFill/>
          <a:ln w="0">
            <a:noFill/>
          </a:ln>
        </p:spPr>
      </p:pic>
      <p:sp>
        <p:nvSpPr>
          <p:cNvPr id="1048607" name="Title 1"/>
          <p:cNvSpPr/>
          <p:nvPr/>
        </p:nvSpPr>
        <p:spPr>
          <a:xfrm>
            <a:off x="566280" y="590040"/>
            <a:ext cx="1876680" cy="56116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45000" lIns="90000" rIns="90000" tIns="45000">
            <a:normAutofit/>
          </a:bodyPr>
          <a:p>
            <a:pPr defTabSz="914400">
              <a:lnSpc>
                <a:spcPct val="80000"/>
              </a:lnSpc>
            </a:pPr>
            <a:r>
              <a:rPr b="0" cap="all" sz="2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C Programming Project Presentation</a:t>
            </a:r>
            <a:endParaRPr b="0" sz="2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Rectangle 4"/>
          <p:cNvSpPr/>
          <p:nvPr/>
        </p:nvSpPr>
        <p:spPr>
          <a:xfrm>
            <a:off x="0" y="0"/>
            <a:ext cx="12190680" cy="6856560"/>
          </a:xfrm>
          <a:prstGeom prst="rect"/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609" name="Rectangle 5"/>
          <p:cNvSpPr/>
          <p:nvPr/>
        </p:nvSpPr>
        <p:spPr>
          <a:xfrm>
            <a:off x="2772720" y="484560"/>
            <a:ext cx="8946720" cy="5879520"/>
          </a:xfrm>
          <a:prstGeom prst="rect"/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610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1800" cy="149832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rmAutofit/>
          </a:bodyPr>
          <a:p>
            <a:pPr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5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System Design</a:t>
            </a:r>
            <a:endParaRPr b="0" sz="5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11" name="Rectangle 6"/>
          <p:cNvSpPr/>
          <p:nvPr/>
        </p:nvSpPr>
        <p:spPr>
          <a:xfrm>
            <a:off x="475200" y="484560"/>
            <a:ext cx="2127600" cy="5879520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cxnSp>
        <p:nvCxnSpPr>
          <p:cNvPr id="3145733" name="Straight Connector 8"/>
          <p:cNvCxnSpPr>
            <a:cxnSpLocks/>
          </p:cNvCxnSpPr>
          <p:nvPr/>
        </p:nvCxnSpPr>
        <p:spPr>
          <a:xfrm flipV="1">
            <a:off x="3206880" y="1029240"/>
            <a:ext cx="1440" cy="915840"/>
          </a:xfrm>
          <a:prstGeom prst="straightConnector1"/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048612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1800" cy="3553200"/>
          </a:xfrm>
          <a:prstGeom prst="rect"/>
          <a:noFill/>
          <a:ln w="0">
            <a:noFill/>
          </a:ln>
        </p:spPr>
        <p:txBody>
          <a:bodyPr anchor="t" bIns="45720" lIns="45720" rIns="45720" tIns="45720">
            <a:normAutofit/>
          </a:bodyPr>
          <a:p>
            <a:pPr defTabSz="914400"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System Flow: Input → Process → Output → File Save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Includes modules for data entry, computation, and storage.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Below is the flowchart representing the process: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pic>
        <p:nvPicPr>
          <p:cNvPr id="2097157" name="Picture 3" descr="A blue and red logo  AI-generated content may be incorrect.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66280" y="654840"/>
            <a:ext cx="1876680" cy="468000"/>
          </a:xfrm>
          <a:prstGeom prst="rect"/>
          <a:noFill/>
          <a:ln w="0">
            <a:noFill/>
          </a:ln>
        </p:spPr>
      </p:pic>
      <p:sp>
        <p:nvSpPr>
          <p:cNvPr id="1048613" name="Title 1"/>
          <p:cNvSpPr/>
          <p:nvPr/>
        </p:nvSpPr>
        <p:spPr>
          <a:xfrm>
            <a:off x="566280" y="590040"/>
            <a:ext cx="1876680" cy="56116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45000" lIns="90000" rIns="90000" tIns="45000">
            <a:normAutofit/>
          </a:bodyPr>
          <a:p>
            <a:pPr defTabSz="914400">
              <a:lnSpc>
                <a:spcPct val="80000"/>
              </a:lnSpc>
            </a:pPr>
            <a:r>
              <a:rPr b="0" cap="all" sz="2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C Programming Project Presentation</a:t>
            </a:r>
            <a:endParaRPr b="0" sz="2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Rectangle 4"/>
          <p:cNvSpPr/>
          <p:nvPr/>
        </p:nvSpPr>
        <p:spPr>
          <a:xfrm>
            <a:off x="0" y="0"/>
            <a:ext cx="12190680" cy="6856560"/>
          </a:xfrm>
          <a:prstGeom prst="rect"/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615" name="Rectangle 5"/>
          <p:cNvSpPr/>
          <p:nvPr/>
        </p:nvSpPr>
        <p:spPr>
          <a:xfrm>
            <a:off x="2772720" y="484560"/>
            <a:ext cx="8946720" cy="5879520"/>
          </a:xfrm>
          <a:prstGeom prst="rect"/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616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1800" cy="149832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rmAutofit/>
          </a:bodyPr>
          <a:p>
            <a:pPr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5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Module Description</a:t>
            </a:r>
            <a:endParaRPr b="0" sz="5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17" name="Rectangle 6"/>
          <p:cNvSpPr/>
          <p:nvPr/>
        </p:nvSpPr>
        <p:spPr>
          <a:xfrm>
            <a:off x="475200" y="484560"/>
            <a:ext cx="2127600" cy="5879520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cxnSp>
        <p:nvCxnSpPr>
          <p:cNvPr id="3145734" name="Straight Connector 8"/>
          <p:cNvCxnSpPr>
            <a:cxnSpLocks/>
          </p:cNvCxnSpPr>
          <p:nvPr/>
        </p:nvCxnSpPr>
        <p:spPr>
          <a:xfrm flipV="1">
            <a:off x="3206880" y="1029240"/>
            <a:ext cx="1440" cy="915840"/>
          </a:xfrm>
          <a:prstGeom prst="straightConnector1"/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048618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1800" cy="3553200"/>
          </a:xfrm>
          <a:prstGeom prst="rect"/>
          <a:noFill/>
          <a:ln w="0">
            <a:noFill/>
          </a:ln>
        </p:spPr>
        <p:txBody>
          <a:bodyPr anchor="t" bIns="45720" lIns="45720" rIns="45720" tIns="45720">
            <a:normAutofit/>
          </a:bodyPr>
          <a:p>
            <a:pPr defTabSz="914400"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Input Module – Accepts employee details (name, ID, basic pay).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Processing Module – Calculates HRA, DA, and deductions.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Output Module – Displays payroll slip with gross and net salary.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File Handling Module – Saves employee salary details in text file.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pic>
        <p:nvPicPr>
          <p:cNvPr id="2097158" name="Picture 3" descr="A blue and red logo  AI-generated content may be incorrect.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66280" y="654840"/>
            <a:ext cx="1876680" cy="468000"/>
          </a:xfrm>
          <a:prstGeom prst="rect"/>
          <a:noFill/>
          <a:ln w="0">
            <a:noFill/>
          </a:ln>
        </p:spPr>
      </p:pic>
      <p:sp>
        <p:nvSpPr>
          <p:cNvPr id="1048619" name="Title 1"/>
          <p:cNvSpPr/>
          <p:nvPr/>
        </p:nvSpPr>
        <p:spPr>
          <a:xfrm>
            <a:off x="566280" y="590040"/>
            <a:ext cx="1876680" cy="56116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45000" lIns="90000" rIns="90000" tIns="45000">
            <a:normAutofit/>
          </a:bodyPr>
          <a:p>
            <a:pPr defTabSz="914400">
              <a:lnSpc>
                <a:spcPct val="80000"/>
              </a:lnSpc>
            </a:pPr>
            <a:r>
              <a:rPr b="0" cap="all" sz="2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C Programming Project Presentation</a:t>
            </a:r>
            <a:endParaRPr b="0" sz="2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Rectangle 4"/>
          <p:cNvSpPr/>
          <p:nvPr/>
        </p:nvSpPr>
        <p:spPr>
          <a:xfrm>
            <a:off x="0" y="0"/>
            <a:ext cx="12190680" cy="6856560"/>
          </a:xfrm>
          <a:prstGeom prst="rect"/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621" name="Rectangle 5"/>
          <p:cNvSpPr/>
          <p:nvPr/>
        </p:nvSpPr>
        <p:spPr>
          <a:xfrm>
            <a:off x="2772720" y="484560"/>
            <a:ext cx="8946720" cy="5879520"/>
          </a:xfrm>
          <a:prstGeom prst="rect"/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622" name="PlaceHolder 1"/>
          <p:cNvSpPr>
            <a:spLocks noGrp="1"/>
          </p:cNvSpPr>
          <p:nvPr>
            <p:ph type="title"/>
          </p:nvPr>
        </p:nvSpPr>
        <p:spPr>
          <a:xfrm>
            <a:off x="3240000" y="788400"/>
            <a:ext cx="7921800" cy="149832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rmAutofit/>
          </a:bodyPr>
          <a:p>
            <a:pPr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5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Algorithm / Flowchart</a:t>
            </a:r>
            <a:endParaRPr b="0" sz="5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23" name="Rectangle 6"/>
          <p:cNvSpPr/>
          <p:nvPr/>
        </p:nvSpPr>
        <p:spPr>
          <a:xfrm>
            <a:off x="475200" y="484560"/>
            <a:ext cx="2127600" cy="5879520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cxnSp>
        <p:nvCxnSpPr>
          <p:cNvPr id="3145735" name="Straight Connector 8"/>
          <p:cNvCxnSpPr>
            <a:cxnSpLocks/>
          </p:cNvCxnSpPr>
          <p:nvPr/>
        </p:nvCxnSpPr>
        <p:spPr>
          <a:xfrm flipV="1">
            <a:off x="3206880" y="1029240"/>
            <a:ext cx="1440" cy="915840"/>
          </a:xfrm>
          <a:prstGeom prst="straightConnector1"/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048624" name="PlaceHolder 2"/>
          <p:cNvSpPr>
            <a:spLocks noGrp="1"/>
          </p:cNvSpPr>
          <p:nvPr>
            <p:ph/>
          </p:nvPr>
        </p:nvSpPr>
        <p:spPr>
          <a:xfrm>
            <a:off x="2877120" y="2340000"/>
            <a:ext cx="7921800" cy="3553200"/>
          </a:xfrm>
          <a:prstGeom prst="rect"/>
          <a:noFill/>
          <a:ln w="0">
            <a:noFill/>
          </a:ln>
        </p:spPr>
        <p:txBody>
          <a:bodyPr anchor="t" bIns="45720" lIns="45720" rIns="45720" tIns="45720">
            <a:normAutofit/>
          </a:bodyPr>
          <a:p>
            <a:pPr defTabSz="914400"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1. Start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2. Input employee details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3. Compute allowances and deductions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4. Calculate gross and net salary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5. Display slip and save record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6. Stop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pic>
        <p:nvPicPr>
          <p:cNvPr id="2097159" name="Picture 3" descr="A blue and red logo  AI-generated content may be incorrect.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66280" y="654840"/>
            <a:ext cx="1876680" cy="468000"/>
          </a:xfrm>
          <a:prstGeom prst="rect"/>
          <a:noFill/>
          <a:ln w="0">
            <a:noFill/>
          </a:ln>
        </p:spPr>
      </p:pic>
      <p:sp>
        <p:nvSpPr>
          <p:cNvPr id="1048625" name="Title 1"/>
          <p:cNvSpPr/>
          <p:nvPr/>
        </p:nvSpPr>
        <p:spPr>
          <a:xfrm>
            <a:off x="566280" y="590040"/>
            <a:ext cx="1876680" cy="56116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45000" lIns="90000" rIns="90000" tIns="45000">
            <a:normAutofit/>
          </a:bodyPr>
          <a:p>
            <a:pPr defTabSz="914400">
              <a:lnSpc>
                <a:spcPct val="80000"/>
              </a:lnSpc>
            </a:pPr>
            <a:r>
              <a:rPr b="0" cap="all" sz="2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C Programming Project Presentation</a:t>
            </a:r>
            <a:endParaRPr b="0" sz="2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pic>
        <p:nvPicPr>
          <p:cNvPr id="2097160" name="" descr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640000" y="1213560"/>
            <a:ext cx="2938320" cy="4679640"/>
          </a:xfrm>
          <a:prstGeom prst="rect"/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Rectangle 4"/>
          <p:cNvSpPr/>
          <p:nvPr/>
        </p:nvSpPr>
        <p:spPr>
          <a:xfrm>
            <a:off x="0" y="0"/>
            <a:ext cx="12190680" cy="6856560"/>
          </a:xfrm>
          <a:prstGeom prst="rect"/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627" name="Rectangle 5"/>
          <p:cNvSpPr/>
          <p:nvPr/>
        </p:nvSpPr>
        <p:spPr>
          <a:xfrm>
            <a:off x="2772720" y="484560"/>
            <a:ext cx="8946720" cy="5879520"/>
          </a:xfrm>
          <a:prstGeom prst="rect"/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628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1800" cy="149832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rmAutofit/>
          </a:bodyPr>
          <a:p>
            <a:pPr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5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Implementation</a:t>
            </a:r>
            <a:endParaRPr b="0" sz="5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29" name="Rectangle 6"/>
          <p:cNvSpPr/>
          <p:nvPr/>
        </p:nvSpPr>
        <p:spPr>
          <a:xfrm>
            <a:off x="475200" y="484560"/>
            <a:ext cx="2127600" cy="5879520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cxnSp>
        <p:nvCxnSpPr>
          <p:cNvPr id="3145736" name="Straight Connector 8"/>
          <p:cNvCxnSpPr>
            <a:cxnSpLocks/>
          </p:cNvCxnSpPr>
          <p:nvPr/>
        </p:nvCxnSpPr>
        <p:spPr>
          <a:xfrm flipV="1">
            <a:off x="3206880" y="1029240"/>
            <a:ext cx="1440" cy="915840"/>
          </a:xfrm>
          <a:prstGeom prst="straightConnector1"/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048630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1800" cy="3553200"/>
          </a:xfrm>
          <a:prstGeom prst="rect"/>
          <a:noFill/>
          <a:ln w="0">
            <a:noFill/>
          </a:ln>
        </p:spPr>
        <p:txBody>
          <a:bodyPr anchor="t" bIns="45720" lIns="45720" rIns="45720" tIns="45720">
            <a:normAutofit lnSpcReduction="9999"/>
          </a:bodyPr>
          <a:p>
            <a:pPr defTabSz="914400"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Key Features: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• Uses structures for employee records.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• Functions for salary computation and file operations.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Example: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struct Employee { char name[50]; int id; float basic, hra, da, ded, gross, net; };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void calc(struct Employee *e) { e-&gt;gross = e-&gt;basic + e-&gt;hra + e-&gt;da; e-&gt;net = e-&gt;gross - e-&gt;ded; }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pic>
        <p:nvPicPr>
          <p:cNvPr id="2097161" name="Picture 3" descr="A blue and red logo  AI-generated content may be incorrect.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66280" y="654840"/>
            <a:ext cx="1876680" cy="468000"/>
          </a:xfrm>
          <a:prstGeom prst="rect"/>
          <a:noFill/>
          <a:ln w="0">
            <a:noFill/>
          </a:ln>
        </p:spPr>
      </p:pic>
      <p:sp>
        <p:nvSpPr>
          <p:cNvPr id="1048631" name="Title 1"/>
          <p:cNvSpPr/>
          <p:nvPr/>
        </p:nvSpPr>
        <p:spPr>
          <a:xfrm>
            <a:off x="566280" y="590040"/>
            <a:ext cx="1876680" cy="56116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45000" lIns="90000" rIns="90000" tIns="45000">
            <a:normAutofit/>
          </a:bodyPr>
          <a:p>
            <a:pPr defTabSz="914400">
              <a:lnSpc>
                <a:spcPct val="80000"/>
              </a:lnSpc>
            </a:pPr>
            <a:r>
              <a:rPr b="0" cap="all" sz="2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C Programming Project Presentation</a:t>
            </a:r>
            <a:endParaRPr b="0" sz="2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Rectangle 7"/>
          <p:cNvSpPr/>
          <p:nvPr/>
        </p:nvSpPr>
        <p:spPr>
          <a:xfrm>
            <a:off x="0" y="0"/>
            <a:ext cx="12190680" cy="6856560"/>
          </a:xfrm>
          <a:prstGeom prst="rect"/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633" name="Rectangle 9"/>
          <p:cNvSpPr/>
          <p:nvPr/>
        </p:nvSpPr>
        <p:spPr>
          <a:xfrm>
            <a:off x="2772720" y="484560"/>
            <a:ext cx="8946720" cy="5879520"/>
          </a:xfrm>
          <a:prstGeom prst="rect"/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634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1800" cy="149832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rmAutofit/>
          </a:bodyPr>
          <a:p>
            <a:pPr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5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Output Screens</a:t>
            </a:r>
            <a:endParaRPr b="0" sz="5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35" name="Rectangle 11"/>
          <p:cNvSpPr/>
          <p:nvPr/>
        </p:nvSpPr>
        <p:spPr>
          <a:xfrm>
            <a:off x="475200" y="484560"/>
            <a:ext cx="2127600" cy="5879520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cxnSp>
        <p:nvCxnSpPr>
          <p:cNvPr id="3145737" name="Straight Connector 13"/>
          <p:cNvCxnSpPr>
            <a:cxnSpLocks/>
          </p:cNvCxnSpPr>
          <p:nvPr/>
        </p:nvCxnSpPr>
        <p:spPr>
          <a:xfrm flipV="1">
            <a:off x="3206880" y="1029240"/>
            <a:ext cx="1440" cy="915840"/>
          </a:xfrm>
          <a:prstGeom prst="straightConnector1"/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048636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1800" cy="3553200"/>
          </a:xfrm>
          <a:prstGeom prst="rect"/>
          <a:noFill/>
          <a:ln w="0">
            <a:noFill/>
          </a:ln>
        </p:spPr>
        <p:txBody>
          <a:bodyPr anchor="t" bIns="45720" lIns="45720" rIns="45720" tIns="45720">
            <a:normAutofit/>
          </a:bodyPr>
          <a:p>
            <a:pPr defTabSz="914400"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Displays formatted payroll slip on console.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Sample Output: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Employee Name: Priya | ID: 101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Gross Salary: 30000 | Net Salary: 28000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Data saved to payroll.txt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pic>
        <p:nvPicPr>
          <p:cNvPr id="2097162" name="Picture 3" descr="A blue and red logo  AI-generated content may be incorrect.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66280" y="654840"/>
            <a:ext cx="1876680" cy="468000"/>
          </a:xfrm>
          <a:prstGeom prst="rect"/>
          <a:noFill/>
          <a:ln w="0">
            <a:noFill/>
          </a:ln>
        </p:spPr>
      </p:pic>
      <p:sp>
        <p:nvSpPr>
          <p:cNvPr id="1048637" name="Title 1"/>
          <p:cNvSpPr/>
          <p:nvPr/>
        </p:nvSpPr>
        <p:spPr>
          <a:xfrm>
            <a:off x="566280" y="590040"/>
            <a:ext cx="1876680" cy="56116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45000" lIns="90000" rIns="90000" tIns="45000">
            <a:normAutofit/>
          </a:bodyPr>
          <a:p>
            <a:pPr defTabSz="914400">
              <a:lnSpc>
                <a:spcPct val="80000"/>
              </a:lnSpc>
            </a:pPr>
            <a:r>
              <a:rPr b="0" cap="all" sz="2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C Programming Project Presentation</a:t>
            </a:r>
            <a:endParaRPr b="0" sz="2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Rectangle 7"/>
          <p:cNvSpPr/>
          <p:nvPr/>
        </p:nvSpPr>
        <p:spPr>
          <a:xfrm>
            <a:off x="0" y="0"/>
            <a:ext cx="12190680" cy="6856560"/>
          </a:xfrm>
          <a:prstGeom prst="rect"/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639" name="Rectangle 9"/>
          <p:cNvSpPr/>
          <p:nvPr/>
        </p:nvSpPr>
        <p:spPr>
          <a:xfrm>
            <a:off x="2772720" y="484560"/>
            <a:ext cx="8946720" cy="5879520"/>
          </a:xfrm>
          <a:prstGeom prst="rect"/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640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1800" cy="149832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rmAutofit/>
          </a:bodyPr>
          <a:p>
            <a:pPr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5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Results &amp; Discussion</a:t>
            </a:r>
            <a:endParaRPr b="0" sz="5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41" name="Rectangle 11"/>
          <p:cNvSpPr/>
          <p:nvPr/>
        </p:nvSpPr>
        <p:spPr>
          <a:xfrm>
            <a:off x="475200" y="484560"/>
            <a:ext cx="2127600" cy="5879520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cxnSp>
        <p:nvCxnSpPr>
          <p:cNvPr id="3145738" name="Straight Connector 13"/>
          <p:cNvCxnSpPr>
            <a:cxnSpLocks/>
          </p:cNvCxnSpPr>
          <p:nvPr/>
        </p:nvCxnSpPr>
        <p:spPr>
          <a:xfrm flipV="1">
            <a:off x="3206880" y="1029240"/>
            <a:ext cx="1440" cy="915840"/>
          </a:xfrm>
          <a:prstGeom prst="straightConnector1"/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048642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1800" cy="3553200"/>
          </a:xfrm>
          <a:prstGeom prst="rect"/>
          <a:noFill/>
          <a:ln w="0">
            <a:noFill/>
          </a:ln>
        </p:spPr>
        <p:txBody>
          <a:bodyPr anchor="t" bIns="45720" lIns="45720" rIns="45720" tIns="45720">
            <a:normAutofit/>
          </a:bodyPr>
          <a:p>
            <a:pPr defTabSz="914400"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1800" lang="en-US" strike="noStrike" u="none">
                <a:solidFill>
                  <a:srgbClr val="FFFFFF"/>
                </a:solidFill>
                <a:effectLst/>
                <a:latin typeface="Tw Cen MT"/>
              </a:rPr>
              <a:t>• Summary of outputs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1800" lang="en-US" strike="noStrike" u="none">
                <a:solidFill>
                  <a:srgbClr val="FFFFFF"/>
                </a:solidFill>
                <a:effectLst/>
                <a:latin typeface="Tw Cen MT"/>
              </a:rPr>
              <a:t>• Comparison with expected results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1800" lang="en-US" strike="noStrike" u="none">
                <a:solidFill>
                  <a:srgbClr val="FFFFFF"/>
                </a:solidFill>
                <a:effectLst/>
                <a:latin typeface="Tw Cen MT"/>
              </a:rPr>
              <a:t>• Accuracy and performance observations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1800" lang="en-US" strike="noStrike" u="none">
                <a:solidFill>
                  <a:srgbClr val="FFFFFF"/>
                </a:solidFill>
                <a:effectLst/>
                <a:latin typeface="Tw Cen MT"/>
              </a:rPr>
              <a:t>• Challenges faced and how they were resolved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pic>
        <p:nvPicPr>
          <p:cNvPr id="2097163" name="Picture 3" descr="A blue and red logo  AI-generated content may be incorrect.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66280" y="654840"/>
            <a:ext cx="1876680" cy="468000"/>
          </a:xfrm>
          <a:prstGeom prst="rect"/>
          <a:noFill/>
          <a:ln w="0">
            <a:noFill/>
          </a:ln>
        </p:spPr>
      </p:pic>
      <p:sp>
        <p:nvSpPr>
          <p:cNvPr id="1048643" name="Title 1"/>
          <p:cNvSpPr/>
          <p:nvPr/>
        </p:nvSpPr>
        <p:spPr>
          <a:xfrm>
            <a:off x="566280" y="590040"/>
            <a:ext cx="1876680" cy="56116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45000" lIns="90000" rIns="90000" tIns="45000">
            <a:normAutofit/>
          </a:bodyPr>
          <a:p>
            <a:pPr defTabSz="914400">
              <a:lnSpc>
                <a:spcPct val="80000"/>
              </a:lnSpc>
            </a:pPr>
            <a:r>
              <a:rPr b="0" cap="all" sz="2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C Programming Project Presentation</a:t>
            </a:r>
            <a:endParaRPr b="0" sz="2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Rectangle 4"/>
          <p:cNvSpPr/>
          <p:nvPr/>
        </p:nvSpPr>
        <p:spPr>
          <a:xfrm>
            <a:off x="0" y="0"/>
            <a:ext cx="12190680" cy="6856560"/>
          </a:xfrm>
          <a:prstGeom prst="rect"/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645" name="Rectangle 5"/>
          <p:cNvSpPr/>
          <p:nvPr/>
        </p:nvSpPr>
        <p:spPr>
          <a:xfrm>
            <a:off x="2772720" y="484560"/>
            <a:ext cx="8946720" cy="5879520"/>
          </a:xfrm>
          <a:prstGeom prst="rect"/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646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1800" cy="149832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rmAutofit/>
          </a:bodyPr>
          <a:p>
            <a:pPr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5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Conclusion &amp; Future Enhancement</a:t>
            </a:r>
            <a:endParaRPr b="0" sz="5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47" name="Rectangle 6"/>
          <p:cNvSpPr/>
          <p:nvPr/>
        </p:nvSpPr>
        <p:spPr>
          <a:xfrm>
            <a:off x="475200" y="484560"/>
            <a:ext cx="2127600" cy="5879520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cxnSp>
        <p:nvCxnSpPr>
          <p:cNvPr id="3145739" name="Straight Connector 8"/>
          <p:cNvCxnSpPr>
            <a:cxnSpLocks/>
          </p:cNvCxnSpPr>
          <p:nvPr/>
        </p:nvCxnSpPr>
        <p:spPr>
          <a:xfrm flipV="1">
            <a:off x="3206880" y="1029240"/>
            <a:ext cx="1440" cy="915840"/>
          </a:xfrm>
          <a:prstGeom prst="straightConnector1"/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048648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1800" cy="3553200"/>
          </a:xfrm>
          <a:prstGeom prst="rect"/>
          <a:noFill/>
          <a:ln w="0">
            <a:noFill/>
          </a:ln>
        </p:spPr>
        <p:txBody>
          <a:bodyPr anchor="t" bIns="45720" lIns="45720" rIns="45720" tIns="45720">
            <a:normAutofit/>
          </a:bodyPr>
          <a:p>
            <a:pPr defTabSz="914400"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sz="15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The project successfully automates payroll slip generation using C.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It improves efficiency and demonstrates file handling techniques.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2200" lang="en-US" strike="noStrike" u="none">
                <a:solidFill>
                  <a:schemeClr val="lt1"/>
                </a:solidFill>
                <a:effectLst/>
                <a:latin typeface="Tw Cen MT"/>
              </a:rPr>
              <a:t>Future Enhancements: GUI interface, Database integration, Multi-user support.</a:t>
            </a: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pic>
        <p:nvPicPr>
          <p:cNvPr id="2097164" name="Picture 3" descr="A blue and red logo  AI-generated content may be incorrect.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66280" y="654840"/>
            <a:ext cx="1876680" cy="468000"/>
          </a:xfrm>
          <a:prstGeom prst="rect"/>
          <a:noFill/>
          <a:ln w="0">
            <a:noFill/>
          </a:ln>
        </p:spPr>
      </p:pic>
      <p:sp>
        <p:nvSpPr>
          <p:cNvPr id="1048649" name="Title 1"/>
          <p:cNvSpPr/>
          <p:nvPr/>
        </p:nvSpPr>
        <p:spPr>
          <a:xfrm>
            <a:off x="566280" y="590040"/>
            <a:ext cx="1876680" cy="56116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45000" lIns="90000" rIns="90000" tIns="45000">
            <a:normAutofit/>
          </a:bodyPr>
          <a:p>
            <a:pPr defTabSz="914400">
              <a:lnSpc>
                <a:spcPct val="80000"/>
              </a:lnSpc>
            </a:pPr>
            <a:r>
              <a:rPr b="0" cap="all" sz="2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C Programming Project Presentation</a:t>
            </a:r>
            <a:endParaRPr b="0" sz="2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Rectangle 4"/>
          <p:cNvSpPr/>
          <p:nvPr/>
        </p:nvSpPr>
        <p:spPr>
          <a:xfrm>
            <a:off x="0" y="0"/>
            <a:ext cx="12190680" cy="6856560"/>
          </a:xfrm>
          <a:prstGeom prst="rect"/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651" name="Rectangle 5"/>
          <p:cNvSpPr/>
          <p:nvPr/>
        </p:nvSpPr>
        <p:spPr>
          <a:xfrm>
            <a:off x="2772720" y="484560"/>
            <a:ext cx="8946720" cy="5879520"/>
          </a:xfrm>
          <a:prstGeom prst="rect"/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652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1800" cy="149832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rmAutofit/>
          </a:bodyPr>
          <a:p>
            <a:pPr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5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References / Acknowledgement</a:t>
            </a:r>
            <a:endParaRPr b="0" sz="5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53" name="Rectangle 6"/>
          <p:cNvSpPr/>
          <p:nvPr/>
        </p:nvSpPr>
        <p:spPr>
          <a:xfrm>
            <a:off x="475200" y="484560"/>
            <a:ext cx="2127600" cy="5879520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cxnSp>
        <p:nvCxnSpPr>
          <p:cNvPr id="3145740" name="Straight Connector 8"/>
          <p:cNvCxnSpPr>
            <a:cxnSpLocks/>
          </p:cNvCxnSpPr>
          <p:nvPr/>
        </p:nvCxnSpPr>
        <p:spPr>
          <a:xfrm flipV="1">
            <a:off x="3206880" y="1029240"/>
            <a:ext cx="1440" cy="915840"/>
          </a:xfrm>
          <a:prstGeom prst="straightConnector1"/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048654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1800" cy="3553200"/>
          </a:xfrm>
          <a:prstGeom prst="rect"/>
          <a:noFill/>
          <a:ln w="0">
            <a:noFill/>
          </a:ln>
        </p:spPr>
        <p:txBody>
          <a:bodyPr anchor="t" bIns="45720" lIns="45720" rIns="45720" tIns="45720">
            <a:normAutofit/>
          </a:bodyPr>
          <a:p>
            <a:pPr defTabSz="914400"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sz="22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1800" lang="en-US" strike="noStrike" u="none">
                <a:solidFill>
                  <a:srgbClr val="FFFFFF"/>
                </a:solidFill>
                <a:effectLst/>
                <a:latin typeface="Tw Cen MT"/>
              </a:rPr>
              <a:t>References: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1800" lang="en-US" strike="noStrike" u="none">
                <a:solidFill>
                  <a:srgbClr val="FFFFFF"/>
                </a:solidFill>
                <a:effectLst/>
                <a:latin typeface="Tw Cen MT"/>
              </a:rPr>
              <a:t>• Let Us C – Yashavant Kanetkar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1800" lang="en-US" strike="noStrike" u="none">
                <a:solidFill>
                  <a:srgbClr val="FFFFFF"/>
                </a:solidFill>
                <a:effectLst/>
                <a:latin typeface="Tw Cen MT"/>
              </a:rPr>
              <a:t>• C Programming – E. Balagurusamy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1800" lang="en-US" strike="noStrike" u="none">
                <a:solidFill>
                  <a:srgbClr val="FFFFFF"/>
                </a:solidFill>
                <a:effectLst/>
                <a:latin typeface="Tw Cen MT"/>
              </a:rPr>
              <a:t>• Online resources and documentation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1800" lang="en-US" strike="noStrike" u="none">
                <a:solidFill>
                  <a:srgbClr val="FFFFFF"/>
                </a:solidFill>
                <a:effectLst/>
                <a:latin typeface="Tw Cen MT"/>
              </a:rPr>
              <a:t>Acknowledgement: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defTabSz="914400" indent="-91440" marL="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sz="1800" lang="en-US" strike="noStrike" u="none">
                <a:solidFill>
                  <a:srgbClr val="FFFFFF"/>
                </a:solidFill>
                <a:effectLst/>
                <a:latin typeface="Tw Cen MT"/>
              </a:rPr>
              <a:t>• Express gratitude to mentor, department, and team members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pic>
        <p:nvPicPr>
          <p:cNvPr id="2097165" name="Picture 3" descr="A blue and red logo  AI-generated content may be incorrect.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66280" y="654840"/>
            <a:ext cx="1876680" cy="468000"/>
          </a:xfrm>
          <a:prstGeom prst="rect"/>
          <a:noFill/>
          <a:ln w="0">
            <a:noFill/>
          </a:ln>
        </p:spPr>
      </p:pic>
      <p:sp>
        <p:nvSpPr>
          <p:cNvPr id="1048655" name="Title 1"/>
          <p:cNvSpPr/>
          <p:nvPr/>
        </p:nvSpPr>
        <p:spPr>
          <a:xfrm>
            <a:off x="566280" y="590040"/>
            <a:ext cx="1876680" cy="56116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45000" lIns="90000" rIns="90000" tIns="45000">
            <a:normAutofit/>
          </a:bodyPr>
          <a:p>
            <a:pPr defTabSz="914400">
              <a:lnSpc>
                <a:spcPct val="80000"/>
              </a:lnSpc>
            </a:pPr>
            <a:r>
              <a:rPr b="0" cap="all" sz="2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C Programming Project Presentation</a:t>
            </a:r>
            <a:endParaRPr b="0" sz="2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Rectangle 4"/>
          <p:cNvSpPr/>
          <p:nvPr/>
        </p:nvSpPr>
        <p:spPr>
          <a:xfrm>
            <a:off x="0" y="0"/>
            <a:ext cx="12190680" cy="6856560"/>
          </a:xfrm>
          <a:prstGeom prst="rect"/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 defTabSz="457200">
              <a:lnSpc>
                <a:spcPct val="100000"/>
              </a:lnSpc>
            </a:pPr>
            <a:endParaRPr b="0" sz="1800" lang="en-US" strike="noStrike" u="none">
              <a:solidFill>
                <a:schemeClr val="lt1"/>
              </a:solidFill>
              <a:effectLst/>
              <a:latin typeface="Tw Cen MT"/>
            </a:endParaRPr>
          </a:p>
        </p:txBody>
      </p:sp>
      <p:sp>
        <p:nvSpPr>
          <p:cNvPr id="1048657" name="Rectangle 5"/>
          <p:cNvSpPr/>
          <p:nvPr/>
        </p:nvSpPr>
        <p:spPr>
          <a:xfrm>
            <a:off x="509040" y="265680"/>
            <a:ext cx="11549880" cy="6213240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000000"/>
          </a:fontRef>
        </p:style>
        <p:txBody>
          <a:bodyPr anchor="ctr" bIns="45000" lIns="90000" rIns="90000" tIns="45000">
            <a:noAutofit/>
          </a:bodyPr>
          <a:p>
            <a:pPr algn="ctr">
              <a:lnSpc>
                <a:spcPct val="100000"/>
              </a:lnSpc>
            </a:pPr>
            <a:r>
              <a:rPr b="0" sz="2800" lang="en-US" strike="noStrike" u="none">
                <a:solidFill>
                  <a:schemeClr val="lt1"/>
                </a:solidFill>
                <a:effectLst/>
                <a:latin typeface="Tw Cen MT"/>
              </a:rPr>
              <a:t>Suggestions to improve the project are welcome</a:t>
            </a:r>
            <a:r>
              <a:rPr b="0" sz="1800" lang="en-US" strike="noStrike" u="none">
                <a:solidFill>
                  <a:schemeClr val="lt1"/>
                </a:solidFill>
                <a:effectLst/>
                <a:latin typeface="Tw Cen MT"/>
              </a:rPr>
              <a:t>.</a:t>
            </a: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sz="1800" lang="en-IN" strike="noStrike" u="none">
              <a:solidFill>
                <a:srgbClr val="000000"/>
              </a:solidFill>
              <a:effectLst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sz="2600" lang="en-US" strike="noStrike" u="none">
                <a:solidFill>
                  <a:schemeClr val="lt1"/>
                </a:solidFill>
                <a:effectLst/>
                <a:latin typeface="Tw Cen MT"/>
              </a:rPr>
              <a:t>Motto: “Automating Accuracy, Simplifying Payroll”</a:t>
            </a:r>
            <a:endParaRPr b="0" sz="26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1048658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10328400" cy="149832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rmAutofit/>
          </a:bodyPr>
          <a:p>
            <a:pPr defTabSz="914400"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cap="all" sz="5000" lang="en-IN" spc="99" strike="noStrike" u="none">
                <a:solidFill>
                  <a:srgbClr val="FFFFFF"/>
                </a:solidFill>
                <a:effectLst/>
                <a:latin typeface="Tw Cen MT Condensed"/>
              </a:rPr>
              <a:t>Thank You</a:t>
            </a:r>
            <a:endParaRPr b="0" sz="5000" lang="en-IN" strike="noStrike" u="none">
              <a:solidFill>
                <a:srgbClr val="000000"/>
              </a:solidFill>
              <a:effectLst/>
              <a:latin typeface="Arial"/>
            </a:endParaRPr>
          </a:p>
        </p:txBody>
      </p:sp>
      <p:cxnSp>
        <p:nvCxnSpPr>
          <p:cNvPr id="3145741" name="Straight Connector 11"/>
          <p:cNvCxnSpPr>
            <a:cxnSpLocks/>
          </p:cNvCxnSpPr>
          <p:nvPr/>
        </p:nvCxnSpPr>
        <p:spPr>
          <a:xfrm flipV="1">
            <a:off x="761760" y="826200"/>
            <a:ext cx="1440" cy="915840"/>
          </a:xfrm>
          <a:prstGeom prst="straightConnector1"/>
          <a:ln w="19050">
            <a:solidFill>
              <a:srgbClr val="D2EFFA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theme/_rels/them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blip xmlns:r="http://schemas.openxmlformats.org/officeDocument/2006/relationships" r:embed="rId1"/>
          <a:srcRect l="0" t="0" r="0" b="0"/>
          <a:tile algn="tl" flip="none" sx="40000" sy="40000" tx="0" ty="0"/>
        </a:blip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LibreOffice/25.2.6.2$Windows_X86_64 LibreOffice_project/729c5bfe710f5eb71ed3bbde9e06a6065e9c6c5d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CPH2553</dc:creator>
  <dcterms:created xsi:type="dcterms:W3CDTF">2013-01-26T22:14:16Z</dcterms:created>
  <dcterms:modified xsi:type="dcterms:W3CDTF">2025-11-08T03:35:35Z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14</vt:i4>
  </property>
  <property fmtid="{D5CDD505-2E9C-101B-9397-08002B2CF9AE}" pid="4" name="ICV">
    <vt:lpwstr>29cb3f77599f4b4d89193734dad4844f</vt:lpwstr>
  </property>
</Properties>
</file>